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1683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092766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33516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5206100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18560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52976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857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773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3824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4EBF5-08DC-2DA3-AE5E-FFB0578C2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5B196-E845-300C-E202-79C5BF7C0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FAED5A-A5B5-D1FC-8CC5-0B1764C907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11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554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33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E69F8-FDD7-414C-8AAD-B3F0FDCA0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536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0928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11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2FB11F-0E1C-5F73-2BA6-164FF5FF05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26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087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722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F7A1F-B323-71DB-F2AA-5085BC09A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790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2532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650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6B3BA-0FDF-4629-213E-EC55DE52E1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948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287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638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EB0E07-5276-E1CC-C77A-ECA5A646B1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803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295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930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4D16DC-48C4-E168-F952-82C669E57C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77732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1129950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8033036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40735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9086581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76104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6161937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12020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7106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87000373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46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17788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9548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377454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1326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183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09440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569273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314905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458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9175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759542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61354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2202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941963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0177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9481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28808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388020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707655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2772882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91676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072770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6220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880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0736327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788545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705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6408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8433275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260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48932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1340802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503286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578454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300304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51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79621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705686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63700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49327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979975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1661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5035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71517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61123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74159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3859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4323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92447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28110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295196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72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811205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1951178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83503959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658347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52720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11123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884859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17314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86186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701521" y="1339644"/>
            <a:ext cx="8788956" cy="24768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Sistem pentru detecția și raportarea evenimentelor de</a:t>
            </a:r>
            <a:endParaRPr sz="16000"/>
          </a:p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securitate în rețele industriale de comunicații.</a:t>
            </a:r>
            <a:endParaRPr lang="en-US"/>
          </a:p>
        </p:txBody>
      </p:sp>
      <p:sp>
        <p:nvSpPr>
          <p:cNvPr id="1385523774" name="Subtitle 2"/>
          <p:cNvSpPr>
            <a:spLocks noGrp="1"/>
          </p:cNvSpPr>
          <p:nvPr>
            <p:ph type="subTitle" idx="1"/>
          </p:nvPr>
        </p:nvSpPr>
        <p:spPr bwMode="auto">
          <a:xfrm>
            <a:off x="3813952" y="5572564"/>
            <a:ext cx="6720746" cy="720079"/>
          </a:xfrm>
        </p:spPr>
        <p:txBody>
          <a:bodyPr/>
          <a:lstStyle/>
          <a:p>
            <a:pPr>
              <a:defRPr/>
            </a:pPr>
            <a:r>
              <a:rPr lang="en-US" sz="2600"/>
              <a:t>Theodor Predescu, grupa 342A1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0149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/>
              <a:t>Domeniul de lucru</a:t>
            </a:r>
            <a:endParaRPr/>
          </a:p>
        </p:txBody>
      </p:sp>
      <p:sp>
        <p:nvSpPr>
          <p:cNvPr id="11131037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2925096"/>
            <a:ext cx="10972800" cy="3201067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Mediul industrial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3038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o-RO"/>
              <a:t>Problema adresat</a:t>
            </a:r>
            <a:r>
              <a:rPr lang="ro-RO"/>
              <a:t>ă</a:t>
            </a:r>
            <a:endParaRPr lang="ro-RO"/>
          </a:p>
        </p:txBody>
      </p:sp>
      <p:sp>
        <p:nvSpPr>
          <p:cNvPr id="12343347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o-RO"/>
              <a:t>Prevenirea intruziunilor</a:t>
            </a:r>
            <a:endParaRPr lang="ro-RO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4421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Solutia propusa</a:t>
            </a:r>
            <a:endParaRPr/>
          </a:p>
        </p:txBody>
      </p:sp>
      <p:sp>
        <p:nvSpPr>
          <p:cNvPr id="1456912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960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2382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4319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540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416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4063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3515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8372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8714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0952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0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943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2026-05-16T16:55:59Z</dcterms:modified>
</cp:coreProperties>
</file>