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92000" cy="6858000"/>
  <p:notesSz cx="6858000" cy="9144000"/>
  <p:defaultTextStyle>
    <a:defPPr>
      <a:defRPr lang="ro-RO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 /><Relationship Id="rId16" Type="http://schemas.openxmlformats.org/officeDocument/2006/relationships/tableStyles" Target="tableStyles.xml" /><Relationship Id="rId17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14447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600533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151028761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77243793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55701150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496870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250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12902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7813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4EBF5-08DC-2DA3-AE5E-FFB0578C2D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D5B196-E845-300C-E202-79C5BF7C0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FAED5A-A5B5-D1FC-8CC5-0B1764C907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9311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5554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3329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E69F8-FDD7-414C-8AAD-B3F0FDCA0F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5361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09288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11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2FB11F-0E1C-5F73-2BA6-164FF5FF05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392660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9087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7220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1F7A1F-B323-71DB-F2AA-5085BC09A9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37903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25327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0650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76B3BA-0FDF-4629-213E-EC55DE52E1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09480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872878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638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BEB0E07-5276-E1CC-C77A-ECA5A646B1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38039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03295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930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4D16DC-48C4-E168-F952-82C669E57C1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8777327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51129950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88033036" name="Shape 1061"/>
          <p:cNvSpPr>
            <a:spLocks noChangeArrowheads="1" noGrp="1"/>
          </p:cNvSpPr>
          <p:nvPr userDrawn="1"/>
        </p:nvSpPr>
        <p:spPr bwMode="auto">
          <a:xfrm>
            <a:off x="6567031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43407358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9086581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3761040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6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6161937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120209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71063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187000373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6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09460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717788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395487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3774547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13260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91838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7094407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05692733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3149052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95458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9175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0759542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66135410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622026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941963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701775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894812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028808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3880201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70765521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82772882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91676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0727705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62207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6880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0736327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78854503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3705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64086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8433275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2604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489321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13408022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032865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5784542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83003042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51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796216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7056864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2637000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6493272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6979975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1661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850351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88715176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461123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3741592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3859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43237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7924470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7281109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295196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57240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6811205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121951178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983503959" name="Shape 1061"/>
          <p:cNvSpPr>
            <a:spLocks noChangeArrowheads="1" noGrp="1"/>
          </p:cNvSpPr>
          <p:nvPr userDrawn="1"/>
        </p:nvSpPr>
        <p:spPr bwMode="auto">
          <a:xfrm>
            <a:off x="1637457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86583475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1527209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51112377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8848594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43173140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6164413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701521" y="1339644"/>
            <a:ext cx="8788956" cy="247685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Sistem pentru detecția și raportarea evenimentelor de</a:t>
            </a:r>
            <a:endParaRPr sz="16000">
              <a:latin typeface="Cantarell"/>
              <a:cs typeface="Cantarell"/>
            </a:endParaRPr>
          </a:p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securitate în rețele industriale de comunicații.</a:t>
            </a:r>
            <a:endParaRPr>
              <a:latin typeface="Cantarell"/>
              <a:cs typeface="Cantarell"/>
            </a:endParaRPr>
          </a:p>
        </p:txBody>
      </p:sp>
      <p:sp>
        <p:nvSpPr>
          <p:cNvPr id="163809536" name="Subtitle 2"/>
          <p:cNvSpPr>
            <a:spLocks noGrp="1"/>
          </p:cNvSpPr>
          <p:nvPr>
            <p:ph type="subTitle" idx="1"/>
          </p:nvPr>
        </p:nvSpPr>
        <p:spPr bwMode="auto">
          <a:xfrm>
            <a:off x="3813952" y="5572564"/>
            <a:ext cx="6720746" cy="720079"/>
          </a:xfrm>
        </p:spPr>
        <p:txBody>
          <a:bodyPr/>
          <a:lstStyle/>
          <a:p>
            <a:pPr>
              <a:defRPr/>
            </a:pPr>
            <a:r>
              <a:rPr lang="en-US" sz="2600">
                <a:latin typeface="Cantarell"/>
                <a:ea typeface="Cantarell"/>
                <a:cs typeface="Cantarell"/>
              </a:rPr>
              <a:t>Theodor Predescu, grupa 342A1</a:t>
            </a:r>
            <a:endParaRPr sz="2600"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01495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>
                <a:latin typeface="Cantarell"/>
                <a:ea typeface="Cantarell"/>
                <a:cs typeface="Cantarell"/>
              </a:rPr>
              <a:t>Domeniul de lucru</a:t>
            </a:r>
            <a:endParaRPr>
              <a:latin typeface="Cantarell"/>
              <a:cs typeface="Cantarell"/>
            </a:endParaRPr>
          </a:p>
        </p:txBody>
      </p:sp>
      <p:sp>
        <p:nvSpPr>
          <p:cNvPr id="11131037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925096"/>
            <a:ext cx="10972800" cy="320106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>
                <a:latin typeface="Cantarell"/>
                <a:ea typeface="Cantarell"/>
                <a:cs typeface="Cantarell"/>
              </a:rPr>
              <a:t>Mediul industrial</a:t>
            </a:r>
            <a:endParaRPr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43038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Problema adresat</a:t>
            </a:r>
            <a:r>
              <a:rPr lang="ro-RO">
                <a:latin typeface="Cantarell"/>
                <a:ea typeface="Cantarell"/>
                <a:cs typeface="Cantarell"/>
              </a:rPr>
              <a:t>ă</a:t>
            </a:r>
            <a:endParaRPr>
              <a:latin typeface="Cantarell"/>
              <a:cs typeface="Cantarell"/>
            </a:endParaRPr>
          </a:p>
        </p:txBody>
      </p:sp>
      <p:sp>
        <p:nvSpPr>
          <p:cNvPr id="123433477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605548"/>
            <a:ext cx="10972800" cy="352061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Prevenirea intruziunilor</a:t>
            </a:r>
            <a:r>
              <a:rPr lang="en-US">
                <a:latin typeface="Cantarell"/>
                <a:ea typeface="Cantarell"/>
                <a:cs typeface="Cantarell"/>
              </a:rPr>
              <a:t> </a:t>
            </a:r>
            <a:r>
              <a:rPr lang="ro-RO">
                <a:latin typeface="Cantarell"/>
                <a:ea typeface="Cantarell"/>
                <a:cs typeface="Cantarell"/>
              </a:rPr>
              <a:t>pe dispozitive specifice</a:t>
            </a:r>
            <a:endParaRPr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54421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latin typeface="Cantarell"/>
                <a:ea typeface="Cantarell"/>
                <a:cs typeface="Cantarell"/>
              </a:rPr>
              <a:t>Soluția propusă</a:t>
            </a:r>
            <a:endParaRPr>
              <a:latin typeface="Cantarell"/>
              <a:cs typeface="Cantarell"/>
            </a:endParaRPr>
          </a:p>
        </p:txBody>
      </p:sp>
      <p:sp>
        <p:nvSpPr>
          <p:cNvPr id="14569120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513370"/>
            <a:ext cx="10972800" cy="3612792"/>
          </a:xfrm>
        </p:spPr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Aplicație de monitorizare și</a:t>
            </a:r>
            <a:r>
              <a:rPr lang="ro-RO">
                <a:latin typeface="Cantarell"/>
                <a:ea typeface="Cantarell"/>
                <a:cs typeface="Cantarell"/>
              </a:rPr>
              <a:t> gestionare</a:t>
            </a:r>
            <a:r>
              <a:rPr lang="ro-RO">
                <a:latin typeface="Cantarell"/>
                <a:ea typeface="Cantarell"/>
                <a:cs typeface="Cantarell"/>
              </a:rPr>
              <a:t> a conexiunilor </a:t>
            </a:r>
            <a:r>
              <a:rPr lang="ro-RO">
                <a:latin typeface="Cantarell"/>
                <a:ea typeface="Cantarell"/>
                <a:cs typeface="Cantarell"/>
              </a:rPr>
              <a:t>  </a:t>
            </a:r>
            <a:r>
              <a:rPr lang="ro-RO">
                <a:latin typeface="Cantarell"/>
                <a:ea typeface="Cantarell"/>
                <a:cs typeface="Cantarell"/>
              </a:rPr>
              <a:t>într</a:t>
            </a:r>
            <a:r>
              <a:rPr lang="ro-RO">
                <a:latin typeface="Cantarell"/>
                <a:ea typeface="Cantarell"/>
                <a:cs typeface="Cantarell"/>
              </a:rPr>
              <a:t>-</a:t>
            </a:r>
            <a:r>
              <a:rPr lang="ro-RO">
                <a:latin typeface="Cantarell"/>
                <a:ea typeface="Cantarell"/>
                <a:cs typeface="Cantarell"/>
              </a:rPr>
              <a:t>o rețea</a:t>
            </a:r>
            <a:endParaRPr lang="ro-RO">
              <a:latin typeface="Cantarell"/>
              <a:cs typeface="Cantarell"/>
            </a:endParaRPr>
          </a:p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Soluție bazată pe </a:t>
            </a:r>
            <a:r>
              <a:rPr lang="ro-RO">
                <a:latin typeface="Cantarell"/>
                <a:ea typeface="Cantarell"/>
                <a:cs typeface="Cantarell"/>
              </a:rPr>
              <a:t>reguli</a:t>
            </a:r>
            <a:endParaRPr lang="ro-RO"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96020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Componente principale</a:t>
            </a:r>
            <a:endParaRPr>
              <a:latin typeface="Cantarell"/>
              <a:cs typeface="Cantarell"/>
            </a:endParaRPr>
          </a:p>
        </p:txBody>
      </p:sp>
      <p:sp>
        <p:nvSpPr>
          <p:cNvPr id="211023828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2525661"/>
            <a:ext cx="10972800" cy="3600502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1. componenta de filtrare la nivel kernel</a:t>
            </a:r>
            <a:endParaRPr sz="3200"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2. componenta de intermediere</a:t>
            </a:r>
            <a:endParaRPr sz="3200"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3. componenta centrală</a:t>
            </a:r>
            <a:endParaRPr sz="3200">
              <a:latin typeface="Cantarell"/>
              <a:cs typeface="Cantarell"/>
            </a:endParaRPr>
          </a:p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4. componenta de administrare</a:t>
            </a:r>
            <a:endParaRPr sz="3200">
              <a:latin typeface="Cantarell"/>
              <a:cs typeface="Cantarell"/>
            </a:endParaRPr>
          </a:p>
          <a:p>
            <a:pPr>
              <a:defRPr/>
            </a:pPr>
            <a:endParaRPr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643191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5401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4162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84063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535151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83729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18714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09529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3505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9436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10</Slides>
  <Notes>10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2026-05-16T17:35:33Z</dcterms:modified>
</cp:coreProperties>
</file>