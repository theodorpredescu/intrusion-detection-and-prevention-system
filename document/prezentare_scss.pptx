
<file path=[Content_Types].xml><?xml version="1.0" encoding="utf-8"?>
<Types xmlns="http://schemas.openxmlformats.org/package/2006/content-types">
  <Default Extension="xml" ContentType="application/xml"/>
  <Default Extension="svg" ContentType="image/svg+xml"/>
  <Default Extension="jpg" ContentType="image/jpeg"/>
  <Default Extension="wmf" ContentType="image/x-wmf"/>
  <Default Extension="bin" ContentType="application/vnd.openxmlformats-officedocument.oleObject"/>
  <Default Extension="rels" ContentType="application/vnd.openxmlformats-package.relationships+xml"/>
  <Default Extension="jpeg" ContentType="image/jpeg"/>
  <Default Extension="png" ContentType="image/png"/>
  <Override PartName="/ppt/notesSlides/notesSlide7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1.xml" ContentType="application/vnd.openxmlformats-officedocument.presentationml.notesSlide+xml"/>
  <Override PartName="/ppt/slides/slide5.xml" ContentType="application/vnd.openxmlformats-officedocument.presentationml.slide+xml"/>
  <Override PartName="/ppt/slides/slide4.xml" ContentType="application/vnd.openxmlformats-officedocument.presentationml.slide+xml"/>
  <Override PartName="/ppt/slides/slide2.xml" ContentType="application/vnd.openxmlformats-officedocument.presentationml.slide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notesMasters/notesMaster1.xml" ContentType="application/vnd.openxmlformats-officedocument.presentationml.notesMaster+xml"/>
  <Override PartName="/ppt/slideLayouts/slideLayout6.xml" ContentType="application/vnd.openxmlformats-officedocument.presentationml.slideLayout+xml"/>
  <Override PartName="/docProps/core.xml" ContentType="application/vnd.openxmlformats-package.core-properties+xml"/>
  <Override PartName="/ppt/slideLayouts/slideLayout8.xml" ContentType="application/vnd.openxmlformats-officedocument.presentationml.slideLayout+xml"/>
  <Override PartName="/ppt/presProps.xml" ContentType="application/vnd.openxmlformats-officedocument.presentationml.presProps+xml"/>
  <Override PartName="/ppt/slideLayouts/slideLayout2.xml" ContentType="application/vnd.openxmlformats-officedocument.presentationml.slideLayout+xml"/>
  <Override PartName="/ppt/notesSlides/notesSlide8.xml" ContentType="application/vnd.openxmlformats-officedocument.presentationml.notesSlide+xml"/>
  <Override PartName="/ppt/slides/slide8.xml" ContentType="application/vnd.openxmlformats-officedocument.presentationml.slide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docProps/app.xml" ContentType="application/vnd.openxmlformats-officedocument.extended-properties+xml"/>
  <Override PartName="/ppt/tableStyles.xml" ContentType="application/vnd.openxmlformats-officedocument.presentationml.tableStyles+xml"/>
  <Override PartName="/ppt/notesSlides/notesSlide2.xml" ContentType="application/vnd.openxmlformats-officedocument.presentationml.notesSlide+xml"/>
  <Override PartName="/ppt/slides/slide7.xml" ContentType="application/vnd.openxmlformats-officedocument.presentationml.slide+xml"/>
  <Override PartName="/ppt/slideLayouts/slideLayout5.xml" ContentType="application/vnd.openxmlformats-officedocument.presentationml.slideLayout+xml"/>
  <Override PartName="/ppt/slideLayouts/slideLayout1.xml" ContentType="application/vnd.openxmlformats-officedocument.presentationml.slideLayout+xml"/>
  <Override PartName="/ppt/notesSlides/notesSlide5.xml" ContentType="application/vnd.openxmlformats-officedocument.presentationml.notesSlide+xml"/>
  <Override PartName="/ppt/slideLayouts/slideLayout4.xml" ContentType="application/vnd.openxmlformats-officedocument.presentationml.slideLayout+xml"/>
  <Override PartName="/ppt/slides/slide3.xml" ContentType="application/vnd.openxmlformats-officedocument.presentationml.slide+xml"/>
  <Override PartName="/ppt/theme/theme1.xml" ContentType="application/vnd.openxmlformats-officedocument.theme+xml"/>
  <Override PartName="/ppt/theme/theme2.xml" ContentType="application/vnd.openxmlformats-officedocument.theme+xml"/>
  <Override PartName="/ppt/slideLayouts/slideLayout9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s/slide6.xml" ContentType="application/vnd.openxmlformats-officedocument.presentationml.slide+xml"/>
  <Override PartName="/ppt/slideLayouts/slideLayout7.xml" ContentType="application/vnd.openxmlformats-officedocument.presentationml.slideLayout+xml"/>
  <Override PartName="/ppt/slideLayouts/slideLayout10.xml" ContentType="application/vnd.openxmlformats-officedocument.presentationml.slideLayout+xml"/>
  <Override PartName="/ppt/notesSlides/notesSlide4.xml" ContentType="application/vnd.openxmlformats-officedocument.presentationml.notesSlide+xml"/>
  <Override PartName="/ppt/slideLayouts/slideLayout11.xml" ContentType="application/vnd.openxmlformats-officedocument.presentationml.slideLayout+xml"/>
</Types>
</file>

<file path=_rels/.rels><?xml version="1.0" encoding="UTF-8" standalone="yes"?><Relationships xmlns="http://schemas.openxmlformats.org/package/2006/relationships"><Relationship Id="rId3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2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saveSubsetFonts="1">
  <p:sldMasterIdLst>
    <p:sldMasterId id="2147483648" r:id="rId1"/>
  </p:sldMasterIdLst>
  <p:notesMasterIdLst>
    <p:notesMasterId r:id="rId12"/>
  </p:notesMasterIdLst>
  <p:sldIdLst>
    <p:sldId id="256" r:id="rId4"/>
    <p:sldId id="257" r:id="rId5"/>
    <p:sldId id="258" r:id="rId6"/>
    <p:sldId id="259" r:id="rId7"/>
    <p:sldId id="260" r:id="rId8"/>
    <p:sldId id="261" r:id="rId9"/>
    <p:sldId id="262" r:id="rId10"/>
    <p:sldId id="263" r:id="rId11"/>
  </p:sldIdLst>
  <p:sldSz cx="12192000" cy="6858000"/>
  <p:notesSz cx="6858000" cy="9144000"/>
  <p:defaultTextStyle>
    <a:defPPr>
      <a:defRPr lang="ro-RO"/>
    </a:defPPr>
    <a:lvl1pPr marL="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8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slideViewPr>
    <p:cSldViewPr snapToGrid="0">
      <p:cViewPr varScale="1">
        <p:scale>
          <a:sx n="100" d="100"/>
          <a:sy n="100" d="100"/>
        </p:scale>
        <p:origin x="378" y="90"/>
      </p:cViewPr>
      <p:guideLst>
        <p:guide pos="6139"/>
        <p:guide pos="1176" orient="horz"/>
        <p:guide pos="1537"/>
        <p:guide pos="3089" orient="horz"/>
      </p:guideLst>
    </p:cSldViewPr>
  </p:slideViewPr>
  <p:gridSpacing cx="228600" cy="228600"/>
</p:viewPr>
</file>

<file path=ppt/_rels/presentation.xml.rels><?xml version="1.0" encoding="UTF-8" standalone="yes"?>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theme" Target="theme/theme1.xml"/><Relationship Id="rId3" Type="http://schemas.openxmlformats.org/officeDocument/2006/relationships/theme" Target="theme/theme2.xml"/><Relationship Id="rId4" Type="http://schemas.openxmlformats.org/officeDocument/2006/relationships/slide" Target="slides/slide1.xml"/><Relationship Id="rId5" Type="http://schemas.openxmlformats.org/officeDocument/2006/relationships/slide" Target="slides/slide2.xml"/><Relationship Id="rId6" Type="http://schemas.openxmlformats.org/officeDocument/2006/relationships/slide" Target="slides/slide3.xml"/><Relationship Id="rId7" Type="http://schemas.openxmlformats.org/officeDocument/2006/relationships/slide" Target="slides/slide4.xml"/><Relationship Id="rId8" Type="http://schemas.openxmlformats.org/officeDocument/2006/relationships/slide" Target="slides/slide5.xml"/><Relationship Id="rId9" Type="http://schemas.openxmlformats.org/officeDocument/2006/relationships/slide" Target="slides/slide6.xml"/><Relationship Id="rId10" Type="http://schemas.openxmlformats.org/officeDocument/2006/relationships/slide" Target="slides/slide7.xml"/><Relationship Id="rId11" Type="http://schemas.openxmlformats.org/officeDocument/2006/relationships/slide" Target="slides/slide8.xml"/><Relationship Id="rId12" Type="http://schemas.openxmlformats.org/officeDocument/2006/relationships/notesMaster" Target="notesMasters/notesMaster1.xml"/><Relationship Id="rId13" Type="http://schemas.openxmlformats.org/officeDocument/2006/relationships/presProps" Target="presProps.xml" /><Relationship Id="rId14" Type="http://schemas.openxmlformats.org/officeDocument/2006/relationships/tableStyles" Target="tableStyles.xml" /><Relationship Id="rId15" Type="http://schemas.openxmlformats.org/officeDocument/2006/relationships/viewProps" Target="viewProps.xml" /></Relationships>
</file>

<file path=ppt/notesMasters/_rels/notesMaster1.xml.rels><?xml version="1.0" encoding="UTF-8" standalone="yes"?>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379127086" name="Header Placeholder 1"/>
          <p:cNvSpPr>
            <a:spLocks noGrp="1"/>
          </p:cNvSpPr>
          <p:nvPr>
            <p:ph type="hdr" sz="quarter"/>
          </p:nvPr>
        </p:nvSpPr>
        <p:spPr bwMode="auto"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550417191" name="Date Placeholder 2"/>
          <p:cNvSpPr>
            <a:spLocks noGrp="1"/>
          </p:cNvSpPr>
          <p:nvPr>
            <p:ph type="dt" idx="1"/>
          </p:nvPr>
        </p:nvSpPr>
        <p:spPr bwMode="auto"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pPr>
              <a:defRPr/>
            </a:pPr>
            <a:fld id="{3632E96E-41F7-40C5-8419-297958CC00FA}" type="datetimeFigureOut">
              <a:rPr lang="en-US"/>
              <a:t>10/30/2013</a:t>
            </a:fld>
            <a:endParaRPr lang="en-US"/>
          </a:p>
        </p:txBody>
      </p:sp>
      <p:sp>
        <p:nvSpPr>
          <p:cNvPr id="1669960567" name="Slide Image Placeholder 3"/>
          <p:cNvSpPr>
            <a:spLocks noChangeAspect="1" noGrp="1" noRot="1"/>
          </p:cNvSpPr>
          <p:nvPr>
            <p:ph type="sldImg" idx="2"/>
          </p:nvPr>
        </p:nvSpPr>
        <p:spPr bwMode="auto"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>
              <a:defRPr/>
            </a:pPr>
            <a:endParaRPr lang="en-US"/>
          </a:p>
        </p:txBody>
      </p:sp>
      <p:sp>
        <p:nvSpPr>
          <p:cNvPr id="472025022" name="Notes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>
              <a:defRPr/>
            </a:pPr>
            <a:r>
              <a:rPr lang="en-US"/>
              <a:t>Click to edit Master text styles</a:t>
            </a:r>
            <a:endParaRPr/>
          </a:p>
          <a:p>
            <a:pPr lvl="1">
              <a:defRPr/>
            </a:pPr>
            <a:r>
              <a:rPr lang="en-US"/>
              <a:t>Second level</a:t>
            </a:r>
            <a:endParaRPr/>
          </a:p>
          <a:p>
            <a:pPr lvl="2">
              <a:defRPr/>
            </a:pPr>
            <a:r>
              <a:rPr lang="en-US"/>
              <a:t>Third level</a:t>
            </a:r>
            <a:endParaRPr/>
          </a:p>
          <a:p>
            <a:pPr lvl="3">
              <a:defRPr/>
            </a:pPr>
            <a:r>
              <a:rPr lang="en-US"/>
              <a:t>Fourth level</a:t>
            </a:r>
            <a:endParaRPr/>
          </a:p>
          <a:p>
            <a:pPr lvl="4">
              <a:defRPr/>
            </a:pPr>
            <a:r>
              <a:rPr lang="en-US"/>
              <a:t>Fifth level</a:t>
            </a:r>
            <a:endParaRPr lang="en-US"/>
          </a:p>
        </p:txBody>
      </p:sp>
      <p:sp>
        <p:nvSpPr>
          <p:cNvPr id="1513584976" name="Footer Placeholder 5"/>
          <p:cNvSpPr>
            <a:spLocks noGrp="1"/>
          </p:cNvSpPr>
          <p:nvPr>
            <p:ph type="ftr" sz="quarter" idx="4"/>
          </p:nvPr>
        </p:nvSpPr>
        <p:spPr bwMode="auto"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pPr>
              <a:defRPr/>
            </a:pPr>
            <a:endParaRPr lang="en-US"/>
          </a:p>
        </p:txBody>
      </p:sp>
      <p:sp>
        <p:nvSpPr>
          <p:cNvPr id="1464022107" name="Slide Number Placeholder 6"/>
          <p:cNvSpPr>
            <a:spLocks noGrp="1"/>
          </p:cNvSpPr>
          <p:nvPr>
            <p:ph type="sldNum" sz="quarter" idx="5"/>
          </p:nvPr>
        </p:nvSpPr>
        <p:spPr bwMode="auto"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pPr>
              <a:defRPr/>
            </a:pPr>
            <a:fld id="{2E6999B8-B6B4-4561-A3CD-BBCDAB9FC9D9}" type="slidenum">
              <a:rPr lang="en-US"/>
              <a:t>‹#›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>
      <a:defRPr sz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 ?>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 ?>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 ?>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 ?>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 ?>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 ?>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 ?>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 ?>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8831480" name="Slide Image Placeholder 1"/>
          <p:cNvSpPr>
            <a:spLocks noChangeAspect="1" noGrp="1" noRot="1"/>
          </p:cNvSpPr>
          <p:nvPr>
            <p:ph type="sldImg"/>
          </p:nvPr>
        </p:nvSpPr>
        <p:spPr bwMode="auto">
          <a:xfrm>
            <a:off x="685800" y="1143000"/>
            <a:ext cx="5486400" cy="3086100"/>
          </a:xfrm>
        </p:spPr>
      </p:sp>
      <p:sp>
        <p:nvSpPr>
          <p:cNvPr id="12873832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200">
                <a:latin typeface="Arial"/>
                <a:cs typeface="Arial"/>
              </a:rPr>
              <a:t>Buna ziua, numele meu este Predescu Theodor si astazi va voi prezenta aplicatia mea, care reprezinta un sistem de detectie a evenimentelor</a:t>
            </a:r>
            <a:r>
              <a:rPr lang="en-US" sz="2200">
                <a:latin typeface="Arial"/>
                <a:cs typeface="Arial"/>
              </a:rPr>
              <a:t> de intruziune</a:t>
            </a:r>
            <a:endParaRPr lang="en-US" sz="2200">
              <a:latin typeface="Arial"/>
              <a:cs typeface="Arial"/>
            </a:endParaRPr>
          </a:p>
        </p:txBody>
      </p:sp>
      <p:sp>
        <p:nvSpPr>
          <p:cNvPr id="120275802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2E6999B8-B6B4-4561-A3CD-BBCDAB9FC9D9}" type="slidenum">
              <a:rPr lang="en-US"/>
              <a:t>1</a:t>
            </a:fld>
            <a:endParaRPr lang="en-US"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61526422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266364710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1800"/>
              <a:t>Ca si mediu de lucru, aplicatia este destinata mediului industrial, unde se doreste ca traficul dintre dispozitive sa fie cat mai controlat.</a:t>
            </a:r>
            <a:endParaRPr lang="en-US" sz="1800"/>
          </a:p>
          <a:p>
            <a:pPr>
              <a:defRPr/>
            </a:pPr>
            <a:endParaRPr sz="1800"/>
          </a:p>
          <a:p>
            <a:pPr>
              <a:defRPr/>
            </a:pPr>
            <a:r>
              <a:rPr lang="en-US" sz="1800"/>
              <a:t>Odata cu cresterea conectivitatii si a unei nevoi de integrare cu retele externe, cerintele de securitate au devenit din ce in ce mai complexe, iar</a:t>
            </a:r>
            <a:endParaRPr lang="en-US" sz="1800"/>
          </a:p>
          <a:p>
            <a:pPr>
              <a:defRPr/>
            </a:pPr>
            <a:r>
              <a:rPr lang="en-US" sz="1800"/>
              <a:t>Studii asupra protocoalelor industriale, cum ar fi studii a traficului ce utilizeaza protocolul Modbus, arata o crestere</a:t>
            </a:r>
            <a:r>
              <a:rPr lang="en-US" sz="1800"/>
              <a:t> a activitatii de scanare a retelelor din ultimii ani, ceea ce arata o expunere mult mai mare la intruziuni, iar multe din aceste protocoale nu au fost create pe baza ideii de protectie impotriva acestor noi scenarii. </a:t>
            </a:r>
            <a:endParaRPr lang="en-US" sz="1800"/>
          </a:p>
        </p:txBody>
      </p:sp>
      <p:sp>
        <p:nvSpPr>
          <p:cNvPr id="9867398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DD94EBF5-08DC-2DA3-AE5E-FFB0578C2D20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0419506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2054589432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0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 aceea sunt necesare solutii suplimentare care sa poata functiona impreuna cu aceste protocoale fara a le afecta punctele lor forte.</a:t>
            </a:r>
            <a:endParaRPr/>
          </a:p>
          <a:p>
            <a:pPr>
              <a:defRPr/>
            </a:pPr>
            <a:r>
              <a:rPr lang="en-US" sz="2000"/>
              <a:t>Aplicatia propusa ofera un mecanism de monitorizare si filtrare a traficului, adaptat mediului industrial, cu scopul de a creste nivelul de control si de securitate al comunicatiei.</a:t>
            </a:r>
            <a:endParaRPr lang="en-US" sz="2000"/>
          </a:p>
        </p:txBody>
      </p:sp>
      <p:sp>
        <p:nvSpPr>
          <p:cNvPr id="65457343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71D5B196-E845-300C-E202-79C5BF7C0C91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9846493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363911385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000"/>
              <a:t>Aplicatia este bazata pe definirea explicita a conexiunilor permise in retea, si ofera posibilitatea de vizualizare a traficului si de modificare a configuratiilor. Solutia se bazeaza pe frameworkul Netfiler din sisteme de operare Linux pentru a intercepta, extrage informatii si a oferi posibilitatea de a refuza comunicarea. Informatii din pachetele sunt trimise apoi mai departe unei aplicatii desktop pentru vizualizare text dar si grafica, aceasta aplicatie reprezentand interfata administratorului, care are posibilitate de a modifica regulile de pe toate dispozitivele.</a:t>
            </a:r>
            <a:endParaRPr/>
          </a:p>
        </p:txBody>
      </p:sp>
      <p:sp>
        <p:nvSpPr>
          <p:cNvPr id="1729132587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47FAED5A-A5B5-D1FC-8CC5-0B1764C907CF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4261417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35089381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2200"/>
              <a:t>Ca si elemente principale, aplicatia este formata din 4 componente</a:t>
            </a:r>
            <a:endParaRPr lang="en-US" sz="2200"/>
          </a:p>
          <a:p>
            <a:pPr>
              <a:defRPr/>
            </a:pPr>
            <a:r>
              <a:rPr lang="en-US" sz="2200"/>
              <a:t>O componenta de filtrare, ce reprezinta un modul kernel</a:t>
            </a:r>
            <a:endParaRPr lang="en-US" sz="2200"/>
          </a:p>
          <a:p>
            <a:pPr>
              <a:defRPr/>
            </a:pPr>
            <a:r>
              <a:rPr lang="en-US" sz="2200"/>
              <a:t>O componenta de intermediere, reprezentanta de un daemon</a:t>
            </a:r>
            <a:endParaRPr lang="en-US" sz="2200"/>
          </a:p>
          <a:p>
            <a:pPr>
              <a:defRPr/>
            </a:pPr>
            <a:r>
              <a:rPr lang="en-US" sz="2200"/>
              <a:t>Componenta centrala, serverul aplicatiei</a:t>
            </a:r>
            <a:endParaRPr lang="en-US" sz="2200"/>
          </a:p>
          <a:p>
            <a:pPr>
              <a:defRPr/>
            </a:pPr>
            <a:r>
              <a:rPr lang="en-US" sz="2200"/>
              <a:t>Si componenta de administrare, anume aplicatia desktop</a:t>
            </a:r>
            <a:endParaRPr lang="en-US" sz="2200"/>
          </a:p>
        </p:txBody>
      </p:sp>
      <p:sp>
        <p:nvSpPr>
          <p:cNvPr id="806328601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E4EE69F8-FDD7-414C-8AAD-B3F0FDCA0F12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53039683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0884351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Aplicatia poate functiona in 4 moduri: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Permisiv, in care raporteaza conexiunile nepermise, dar nu le blocheaza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Reactiv, in care raporteaza si blocheaza traficul nepermis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Dezactivat, in care nu raporteaza si nu blocheaza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Arial"/>
                <a:ea typeface="Arial"/>
                <a:cs typeface="Arial"/>
              </a:rPr>
              <a:t>Si modul de antrenare, mod folosit pentru definire a traficului permis, in care toate conexiunile care au fost inregistrate sunt adaugate automat in lista de conexiuni permise</a:t>
            </a: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endParaRPr lang="en-US" sz="1800" b="0" i="0" u="none" strike="noStrike" cap="none" spc="0">
              <a:solidFill>
                <a:schemeClr val="tx1"/>
              </a:solidFill>
              <a:latin typeface="Times New Roman"/>
              <a:cs typeface="Times New Roman"/>
            </a:endParaRPr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Deci modulul kernel, care face filtrarea pe baza regulilor de trafic, stocate local pentru acces rapid</a:t>
            </a: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.</a:t>
            </a:r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Intre modulul kernel si restul sistemului se afla un daemon de intermediere, care sincronizeaza regulile si transmite informatiile despre pachete catre server.</a:t>
            </a:r>
            <a:endParaRPr sz="1800"/>
          </a:p>
          <a:p>
            <a:pPr>
              <a:defRPr/>
            </a:pPr>
            <a:r>
              <a:rPr lang="en-US" sz="1800" b="0" i="0" u="none" strike="noStrike" cap="none" spc="0">
                <a:solidFill>
                  <a:schemeClr val="tx1"/>
                </a:solidFill>
                <a:latin typeface="+mn-lt"/>
                <a:ea typeface="+mn-ea"/>
                <a:cs typeface="+mn-cs"/>
              </a:rPr>
              <a:t>componenta centrala, serverul, care colecteaza informatii de la toate dispozitivele, face o scurta prelucrare a lor si trimite informatiile componentei de administrare, din care se poate vizualizarea si modifica configurarea dispozitivelor.</a:t>
            </a:r>
            <a:endParaRPr sz="1800"/>
          </a:p>
        </p:txBody>
      </p:sp>
      <p:sp>
        <p:nvSpPr>
          <p:cNvPr id="1214800622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632FB11F-0E1C-5F73-2BA6-164FF5FF0533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91924599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119573686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221799108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FE1F7A1F-B323-71DB-F2AA-5085BC09A9D6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25248221" name="Slide Image Placeholder 1"/>
          <p:cNvSpPr>
            <a:spLocks noChangeAspect="1" noGrp="1" noRot="1"/>
          </p:cNvSpPr>
          <p:nvPr>
            <p:ph type="sldImg"/>
          </p:nvPr>
        </p:nvSpPr>
        <p:spPr bwMode="auto"/>
      </p:sp>
      <p:sp>
        <p:nvSpPr>
          <p:cNvPr id="531319324" name="Notes Placeholder 2"/>
          <p:cNvSpPr>
            <a:spLocks noGrp="1"/>
          </p:cNvSpPr>
          <p:nvPr>
            <p:ph type="body" idx="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475226690" name="Slide Number Placeholder 3"/>
          <p:cNvSpPr>
            <a:spLocks noGrp="1"/>
          </p:cNvSpPr>
          <p:nvPr>
            <p:ph type="sldNum" sz="quarter" idx="10"/>
          </p:nvPr>
        </p:nvSpPr>
        <p:spPr bwMode="auto"/>
        <p:txBody>
          <a:bodyPr/>
          <a:lstStyle/>
          <a:p>
            <a:pPr>
              <a:defRPr/>
            </a:pPr>
            <a:fld id="{B176B3BA-0FDF-4629-213E-EC55DE52E198}" type="slidenum">
              <a:rPr/>
              <a:t/>
            </a:fld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0" type="title" userDrawn="1">
  <p:cSld name="Title Slide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10339885" name="Shape 1059"/>
          <p:cNvSpPr>
            <a:spLocks noChangeArrowheads="1" noGrp="1"/>
          </p:cNvSpPr>
          <p:nvPr userDrawn="1"/>
        </p:nvSpPr>
        <p:spPr bwMode="auto">
          <a:xfrm>
            <a:off x="2396066" y="2291401"/>
            <a:ext cx="5452533" cy="4165115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22112" y="3116"/>
                </a:moveTo>
                <a:lnTo>
                  <a:pt x="22112" y="3116"/>
                </a:lnTo>
                <a:cubicBezTo>
                  <a:pt x="22112" y="3116"/>
                  <a:pt x="27356" y="0"/>
                  <a:pt x="30300" y="4263"/>
                </a:cubicBezTo>
                <a:lnTo>
                  <a:pt x="30300" y="4263"/>
                </a:lnTo>
                <a:cubicBezTo>
                  <a:pt x="33277" y="8577"/>
                  <a:pt x="36666" y="13779"/>
                  <a:pt x="39369" y="17410"/>
                </a:cubicBezTo>
                <a:lnTo>
                  <a:pt x="39369" y="17410"/>
                </a:lnTo>
                <a:cubicBezTo>
                  <a:pt x="41761" y="20624"/>
                  <a:pt x="43200" y="22708"/>
                  <a:pt x="40979" y="26940"/>
                </a:cubicBezTo>
                <a:lnTo>
                  <a:pt x="40979" y="26940"/>
                </a:lnTo>
                <a:cubicBezTo>
                  <a:pt x="39655" y="29461"/>
                  <a:pt x="35076" y="35072"/>
                  <a:pt x="32639" y="38623"/>
                </a:cubicBezTo>
                <a:lnTo>
                  <a:pt x="32639" y="38623"/>
                </a:lnTo>
                <a:cubicBezTo>
                  <a:pt x="30200" y="42175"/>
                  <a:pt x="26202" y="43200"/>
                  <a:pt x="23268" y="42185"/>
                </a:cubicBezTo>
                <a:lnTo>
                  <a:pt x="23268" y="42185"/>
                </a:lnTo>
                <a:cubicBezTo>
                  <a:pt x="20331" y="41168"/>
                  <a:pt x="11584" y="38623"/>
                  <a:pt x="6213" y="36974"/>
                </a:cubicBezTo>
                <a:lnTo>
                  <a:pt x="6213" y="36974"/>
                </a:lnTo>
                <a:cubicBezTo>
                  <a:pt x="1431" y="35502"/>
                  <a:pt x="0" y="32900"/>
                  <a:pt x="214" y="31157"/>
                </a:cubicBezTo>
                <a:lnTo>
                  <a:pt x="214" y="31157"/>
                </a:lnTo>
                <a:cubicBezTo>
                  <a:pt x="760" y="26703"/>
                  <a:pt x="1113" y="19920"/>
                  <a:pt x="1214" y="16042"/>
                </a:cubicBezTo>
                <a:lnTo>
                  <a:pt x="1214" y="16042"/>
                </a:lnTo>
                <a:cubicBezTo>
                  <a:pt x="1303" y="12626"/>
                  <a:pt x="4203" y="11313"/>
                  <a:pt x="6907" y="9989"/>
                </a:cubicBezTo>
                <a:lnTo>
                  <a:pt x="6907" y="9989"/>
                </a:lnTo>
                <a:cubicBezTo>
                  <a:pt x="9245" y="8843"/>
                  <a:pt x="19774" y="4261"/>
                  <a:pt x="22112" y="3116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853561115" name="Shape 1060"/>
          <p:cNvSpPr>
            <a:spLocks noChangeArrowheads="1" noGrp="1"/>
          </p:cNvSpPr>
          <p:nvPr userDrawn="1"/>
        </p:nvSpPr>
        <p:spPr bwMode="auto">
          <a:xfrm>
            <a:off x="1309514" y="1839834"/>
            <a:ext cx="4011787" cy="1314324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0162" y="13104"/>
                </a:moveTo>
                <a:lnTo>
                  <a:pt x="40162" y="13104"/>
                </a:lnTo>
                <a:cubicBezTo>
                  <a:pt x="36799" y="16736"/>
                  <a:pt x="26204" y="28154"/>
                  <a:pt x="22676" y="31251"/>
                </a:cubicBezTo>
                <a:lnTo>
                  <a:pt x="22676" y="31251"/>
                </a:lnTo>
                <a:cubicBezTo>
                  <a:pt x="18513" y="34899"/>
                  <a:pt x="15093" y="37527"/>
                  <a:pt x="13136" y="38511"/>
                </a:cubicBezTo>
                <a:lnTo>
                  <a:pt x="13136" y="38511"/>
                </a:lnTo>
                <a:cubicBezTo>
                  <a:pt x="10861" y="39650"/>
                  <a:pt x="0" y="43200"/>
                  <a:pt x="422" y="38511"/>
                </a:cubicBezTo>
                <a:lnTo>
                  <a:pt x="422" y="38511"/>
                </a:lnTo>
                <a:cubicBezTo>
                  <a:pt x="750" y="34836"/>
                  <a:pt x="12785" y="17028"/>
                  <a:pt x="15584" y="14358"/>
                </a:cubicBezTo>
                <a:lnTo>
                  <a:pt x="15584" y="14358"/>
                </a:lnTo>
                <a:cubicBezTo>
                  <a:pt x="18382" y="11693"/>
                  <a:pt x="34508" y="0"/>
                  <a:pt x="36286" y="2133"/>
                </a:cubicBezTo>
                <a:lnTo>
                  <a:pt x="36286" y="2133"/>
                </a:lnTo>
                <a:cubicBezTo>
                  <a:pt x="38064" y="4272"/>
                  <a:pt x="43200" y="9825"/>
                  <a:pt x="40162" y="1310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754533790" name="Shape 1061"/>
          <p:cNvSpPr>
            <a:spLocks noChangeArrowheads="1" noGrp="1"/>
          </p:cNvSpPr>
          <p:nvPr userDrawn="1"/>
        </p:nvSpPr>
        <p:spPr bwMode="auto">
          <a:xfrm>
            <a:off x="6567030" y="4629133"/>
            <a:ext cx="5395523" cy="2231707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42680" y="32337"/>
                  <a:pt x="42264" y="24810"/>
                  <a:pt x="41982" y="22533"/>
                </a:cubicBezTo>
                <a:lnTo>
                  <a:pt x="41982" y="22533"/>
                </a:lnTo>
                <a:cubicBezTo>
                  <a:pt x="41353" y="17445"/>
                  <a:pt x="31020" y="10782"/>
                  <a:pt x="25434" y="7567"/>
                </a:cubicBezTo>
                <a:lnTo>
                  <a:pt x="25434" y="7567"/>
                </a:lnTo>
                <a:cubicBezTo>
                  <a:pt x="20461" y="4707"/>
                  <a:pt x="15752" y="0"/>
                  <a:pt x="10688" y="12771"/>
                </a:cubicBezTo>
                <a:lnTo>
                  <a:pt x="10688" y="12771"/>
                </a:lnTo>
                <a:cubicBezTo>
                  <a:pt x="5409" y="26085"/>
                  <a:pt x="2329" y="33891"/>
                  <a:pt x="451" y="39632"/>
                </a:cubicBezTo>
                <a:lnTo>
                  <a:pt x="451" y="39632"/>
                </a:lnTo>
                <a:cubicBezTo>
                  <a:pt x="180" y="40459"/>
                  <a:pt x="44" y="41820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1064200702" name="Shape 1062"/>
          <p:cNvSpPr>
            <a:spLocks noChangeArrowheads="1" noGrp="1"/>
          </p:cNvSpPr>
          <p:nvPr userDrawn="1"/>
        </p:nvSpPr>
        <p:spPr bwMode="auto">
          <a:xfrm>
            <a:off x="389187" y="6100774"/>
            <a:ext cx="4968521" cy="759999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43200" y="43200"/>
                </a:moveTo>
                <a:lnTo>
                  <a:pt x="43200" y="43200"/>
                </a:lnTo>
                <a:cubicBezTo>
                  <a:pt x="37750" y="34083"/>
                  <a:pt x="28707" y="20178"/>
                  <a:pt x="28707" y="20178"/>
                </a:cubicBezTo>
                <a:lnTo>
                  <a:pt x="28707" y="20178"/>
                </a:lnTo>
                <a:cubicBezTo>
                  <a:pt x="23196" y="11772"/>
                  <a:pt x="17935" y="0"/>
                  <a:pt x="14588" y="1341"/>
                </a:cubicBezTo>
                <a:lnTo>
                  <a:pt x="14588" y="1341"/>
                </a:lnTo>
                <a:cubicBezTo>
                  <a:pt x="11240" y="2673"/>
                  <a:pt x="6350" y="22671"/>
                  <a:pt x="1602" y="37718"/>
                </a:cubicBezTo>
                <a:lnTo>
                  <a:pt x="1602" y="37718"/>
                </a:lnTo>
                <a:cubicBezTo>
                  <a:pt x="1072" y="39393"/>
                  <a:pt x="536" y="41175"/>
                  <a:pt x="0" y="43200"/>
                </a:cubicBezTo>
                <a:lnTo>
                  <a:pt x="4320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75453241" name="Shape 1063"/>
          <p:cNvSpPr>
            <a:spLocks noChangeArrowheads="1" noGrp="1"/>
          </p:cNvSpPr>
          <p:nvPr userDrawn="1"/>
        </p:nvSpPr>
        <p:spPr bwMode="auto">
          <a:xfrm>
            <a:off x="0" y="3254701"/>
            <a:ext cx="2099733" cy="3343682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43200"/>
                </a:moveTo>
                <a:lnTo>
                  <a:pt x="0" y="43200"/>
                </a:lnTo>
                <a:cubicBezTo>
                  <a:pt x="10450" y="39319"/>
                  <a:pt x="26476" y="34991"/>
                  <a:pt x="31760" y="32779"/>
                </a:cubicBezTo>
                <a:lnTo>
                  <a:pt x="31760" y="32779"/>
                </a:lnTo>
                <a:cubicBezTo>
                  <a:pt x="38554" y="29929"/>
                  <a:pt x="35982" y="23868"/>
                  <a:pt x="39587" y="11934"/>
                </a:cubicBezTo>
                <a:lnTo>
                  <a:pt x="39587" y="11934"/>
                </a:lnTo>
                <a:cubicBezTo>
                  <a:pt x="43199" y="0"/>
                  <a:pt x="33409" y="2565"/>
                  <a:pt x="25082" y="2041"/>
                </a:cubicBezTo>
                <a:lnTo>
                  <a:pt x="25082" y="2041"/>
                </a:lnTo>
                <a:cubicBezTo>
                  <a:pt x="14497" y="1374"/>
                  <a:pt x="7053" y="4621"/>
                  <a:pt x="0" y="7243"/>
                </a:cubicBezTo>
                <a:lnTo>
                  <a:pt x="0" y="4320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3491606" name="Subtitle 2"/>
          <p:cNvSpPr>
            <a:spLocks noGrp="1"/>
          </p:cNvSpPr>
          <p:nvPr>
            <p:ph type="subTitle" idx="1"/>
          </p:nvPr>
        </p:nvSpPr>
        <p:spPr bwMode="auto">
          <a:xfrm>
            <a:off x="4655839" y="2708919"/>
            <a:ext cx="6720745" cy="720079"/>
          </a:xfrm>
        </p:spPr>
        <p:txBody>
          <a:bodyPr/>
          <a:lstStyle>
            <a:lvl1pPr marL="0" indent="0" algn="r">
              <a:buNone/>
              <a:defRPr>
                <a:solidFill>
                  <a:schemeClr val="tx1">
                    <a:lumMod val="50000"/>
                    <a:lumOff val="50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>
              <a:defRPr/>
            </a:pPr>
            <a:r>
              <a:rPr/>
              <a:t>Click to edit Master subtitle style</a:t>
            </a:r>
            <a:endParaRPr/>
          </a:p>
        </p:txBody>
      </p:sp>
      <p:sp>
        <p:nvSpPr>
          <p:cNvPr id="418768368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980397378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0405183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  <p:sp>
        <p:nvSpPr>
          <p:cNvPr id="2000596707" name="Title 6"/>
          <p:cNvSpPr>
            <a:spLocks noGrp="1"/>
          </p:cNvSpPr>
          <p:nvPr>
            <p:ph type="title"/>
          </p:nvPr>
        </p:nvSpPr>
        <p:spPr bwMode="auto">
          <a:xfrm>
            <a:off x="4595833" y="1808820"/>
            <a:ext cx="6720745" cy="720079"/>
          </a:xfrm>
        </p:spPr>
        <p:txBody>
          <a:bodyPr/>
          <a:lstStyle>
            <a:lvl1pPr algn="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" userDrawn="1">
  <p:cSld name="Title and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744579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560023077" name="Content Placeholder 2"/>
          <p:cNvSpPr>
            <a:spLocks noGrp="1"/>
          </p:cNvSpPr>
          <p:nvPr>
            <p:ph idx="1"/>
          </p:nvPr>
        </p:nvSpPr>
        <p:spPr bwMode="auto"/>
        <p:txBody>
          <a:bodyPr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9601634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467689833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785538655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secHead" userDrawn="1">
  <p:cSld name="Section Header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31064045" name="Title 1"/>
          <p:cNvSpPr>
            <a:spLocks noGrp="1"/>
          </p:cNvSpPr>
          <p:nvPr>
            <p:ph type="title"/>
          </p:nvPr>
        </p:nvSpPr>
        <p:spPr bwMode="auto">
          <a:xfrm>
            <a:off x="963083" y="4406901"/>
            <a:ext cx="10363199" cy="1362074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17984179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963083" y="2906713"/>
            <a:ext cx="10363199" cy="1500186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9356836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57161644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44985659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Obj" userDrawn="1">
  <p:cSld name="Two Conten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76585091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23465060" name="Content Placeholder 2"/>
          <p:cNvSpPr>
            <a:spLocks noGrp="1"/>
          </p:cNvSpPr>
          <p:nvPr>
            <p:ph sz="half" idx="1"/>
          </p:nvPr>
        </p:nvSpPr>
        <p:spPr bwMode="auto">
          <a:xfrm>
            <a:off x="609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113960475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197599" y="1600201"/>
            <a:ext cx="5384799" cy="4525962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628111992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4136359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56814234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woTxTwoObj" userDrawn="1">
  <p:cSld name="Comparis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2116529745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>
            <a:lvl1pPr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18496283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535113"/>
            <a:ext cx="5386917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596862477" name="Content Placeholder 3"/>
          <p:cNvSpPr>
            <a:spLocks noGrp="1"/>
          </p:cNvSpPr>
          <p:nvPr>
            <p:ph sz="half" idx="2"/>
          </p:nvPr>
        </p:nvSpPr>
        <p:spPr bwMode="auto">
          <a:xfrm>
            <a:off x="609599" y="2174874"/>
            <a:ext cx="5386917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71557740" name="Text Placeholder 4"/>
          <p:cNvSpPr>
            <a:spLocks noGrp="1"/>
          </p:cNvSpPr>
          <p:nvPr>
            <p:ph type="body" sz="quarter" idx="3"/>
          </p:nvPr>
        </p:nvSpPr>
        <p:spPr bwMode="auto">
          <a:xfrm>
            <a:off x="6193370" y="1535113"/>
            <a:ext cx="5389033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958868502" name="Content Placeholder 5"/>
          <p:cNvSpPr>
            <a:spLocks noGrp="1"/>
          </p:cNvSpPr>
          <p:nvPr>
            <p:ph sz="quarter" idx="4"/>
          </p:nvPr>
        </p:nvSpPr>
        <p:spPr bwMode="auto">
          <a:xfrm>
            <a:off x="6193370" y="2174874"/>
            <a:ext cx="5389033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60098897" name="Date Placeholder 6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798921486" name="Footer Placeholder 7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374245685" name="Slide Number Placeholder 8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titleOnly" userDrawn="1">
  <p:cSld name="Title Only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84688903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132244266" name="Date Placeholder 2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533550676" name="Footer Placeholder 3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59267463" name="Slide Number Placeholder 4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blank" userDrawn="1">
  <p:cSld name="Blank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522336360" name="Date Placeholder 1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83434217" name="Footer Placeholder 2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393783880" name="Slide Number Placeholder 3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objTx" userDrawn="1">
  <p:cSld name="Content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5041053" name="Title 1"/>
          <p:cNvSpPr>
            <a:spLocks noGrp="1"/>
          </p:cNvSpPr>
          <p:nvPr>
            <p:ph type="title"/>
          </p:nvPr>
        </p:nvSpPr>
        <p:spPr bwMode="auto">
          <a:xfrm>
            <a:off x="609603" y="273049"/>
            <a:ext cx="4011084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850463331" name="Content Placeholder 2"/>
          <p:cNvSpPr>
            <a:spLocks noGrp="1"/>
          </p:cNvSpPr>
          <p:nvPr>
            <p:ph idx="1"/>
          </p:nvPr>
        </p:nvSpPr>
        <p:spPr bwMode="auto">
          <a:xfrm>
            <a:off x="4766732" y="273051"/>
            <a:ext cx="6815666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1304244565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609603" y="1435102"/>
            <a:ext cx="4011084" cy="46910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418204710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796880264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01621686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picTx" userDrawn="1">
  <p:cSld name="Picture with Caption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48722928" name="Title 1"/>
          <p:cNvSpPr>
            <a:spLocks noGrp="1"/>
          </p:cNvSpPr>
          <p:nvPr>
            <p:ph type="title"/>
          </p:nvPr>
        </p:nvSpPr>
        <p:spPr bwMode="auto">
          <a:xfrm>
            <a:off x="2389717" y="4800601"/>
            <a:ext cx="73152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76738741" name="Picture Placeholder 2"/>
          <p:cNvSpPr>
            <a:spLocks noGrp="1"/>
          </p:cNvSpPr>
          <p:nvPr>
            <p:ph type="pic" idx="1"/>
          </p:nvPr>
        </p:nvSpPr>
        <p:spPr bwMode="auto">
          <a:xfrm>
            <a:off x="2389717" y="612774"/>
            <a:ext cx="7315200" cy="4114799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>
              <a:defRPr/>
            </a:pPr>
            <a:endParaRPr/>
          </a:p>
        </p:txBody>
      </p:sp>
      <p:sp>
        <p:nvSpPr>
          <p:cNvPr id="1517193280" name="Text Placeholder 3"/>
          <p:cNvSpPr>
            <a:spLocks noGrp="1"/>
          </p:cNvSpPr>
          <p:nvPr>
            <p:ph type="body" sz="half" idx="2"/>
          </p:nvPr>
        </p:nvSpPr>
        <p:spPr bwMode="auto">
          <a:xfrm>
            <a:off x="2389717" y="5367338"/>
            <a:ext cx="73152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>
              <a:defRPr/>
            </a:pPr>
            <a:r>
              <a:rPr/>
              <a:t>Click to edit Master text styles</a:t>
            </a:r>
            <a:endParaRPr/>
          </a:p>
        </p:txBody>
      </p:sp>
      <p:sp>
        <p:nvSpPr>
          <p:cNvPr id="1783526725" name="Date Placeholder 4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2085002119" name="Footer Placeholder 5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1046703242" name="Slide Number Placeholder 6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x" userDrawn="1">
  <p:cSld name="Title and Vertical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798376248" name="Title 1"/>
          <p:cNvSpPr>
            <a:spLocks noGrp="1"/>
          </p:cNvSpPr>
          <p:nvPr>
            <p:ph type="title"/>
          </p:nvPr>
        </p:nvSpPr>
        <p:spPr bwMode="auto"/>
        <p:txBody>
          <a:bodyPr/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2002113777" name="Vertical Text Placeholder 2"/>
          <p:cNvSpPr>
            <a:spLocks noGrp="1"/>
          </p:cNvSpPr>
          <p:nvPr>
            <p:ph type="body" orient="vert" idx="1"/>
          </p:nvPr>
        </p:nvSpPr>
        <p:spPr bwMode="auto"/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392931532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97089959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512872040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matchingName="" preserve="1" showMasterPhAnim="0" showMasterSp="1" type="vertTitleAndTx" userDrawn="1">
  <p:cSld name="Vertical Title and Text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919710934" name="Vertical Title 1"/>
          <p:cNvSpPr>
            <a:spLocks noGrp="1"/>
          </p:cNvSpPr>
          <p:nvPr>
            <p:ph type="title" orient="vert"/>
          </p:nvPr>
        </p:nvSpPr>
        <p:spPr bwMode="auto">
          <a:xfrm>
            <a:off x="8839199" y="274639"/>
            <a:ext cx="2743200" cy="5851525"/>
          </a:xfrm>
        </p:spPr>
        <p:txBody>
          <a:bodyPr vert="eaVert"/>
          <a:lstStyle>
            <a:lvl1pPr algn="ctr">
              <a:defRPr/>
            </a:lvl1pPr>
          </a:lstStyle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244660427" name="Vertical Text Placeholder 2"/>
          <p:cNvSpPr>
            <a:spLocks noGrp="1"/>
          </p:cNvSpPr>
          <p:nvPr>
            <p:ph type="body" orient="vert" idx="1"/>
          </p:nvPr>
        </p:nvSpPr>
        <p:spPr bwMode="auto">
          <a:xfrm>
            <a:off x="609599" y="274639"/>
            <a:ext cx="8026399" cy="5851525"/>
          </a:xfrm>
        </p:spPr>
        <p:txBody>
          <a:bodyPr vert="eaVert"/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21825086" name="Date Placeholder 3"/>
          <p:cNvSpPr>
            <a:spLocks noGrp="1"/>
          </p:cNvSpPr>
          <p:nvPr>
            <p:ph type="dt" sz="half" idx="10"/>
          </p:nvPr>
        </p:nvSpPr>
        <p:spPr bwMode="auto"/>
        <p:txBody>
          <a:bodyPr/>
          <a:lstStyle/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126987352" name="Footer Placeholder 4"/>
          <p:cNvSpPr>
            <a:spLocks noGrp="1"/>
          </p:cNvSpPr>
          <p:nvPr>
            <p:ph type="ftr" sz="quarter" idx="11"/>
          </p:nvPr>
        </p:nvSpPr>
        <p:spPr bwMode="auto"/>
        <p:txBody>
          <a:bodyPr/>
          <a:lstStyle/>
          <a:p>
            <a:pPr>
              <a:defRPr/>
            </a:pPr>
            <a:endParaRPr/>
          </a:p>
        </p:txBody>
      </p:sp>
      <p:sp>
        <p:nvSpPr>
          <p:cNvPr id="2101319701" name="Slide Number Placeholder 5"/>
          <p:cNvSpPr>
            <a:spLocks noGrp="1"/>
          </p:cNvSpPr>
          <p:nvPr>
            <p:ph type="sldNum" sz="quarter" idx="12"/>
          </p:nvPr>
        </p:nvSpPr>
        <p:spPr bwMode="auto"/>
        <p:txBody>
          <a:bodyPr/>
          <a:lstStyle/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preserve="0">
  <p:cSld name="">
    <p:bg>
      <p:bgRef idx="1001">
        <a:schemeClr val="bg1"/>
      </p:bgRef>
    </p:bg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362634519" name="Shape 1059"/>
          <p:cNvSpPr>
            <a:spLocks noChangeArrowheads="1" noGrp="1"/>
          </p:cNvSpPr>
          <p:nvPr userDrawn="1"/>
        </p:nvSpPr>
        <p:spPr bwMode="auto">
          <a:xfrm>
            <a:off x="4976706" y="2"/>
            <a:ext cx="3058159" cy="89379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0" y="0"/>
                </a:moveTo>
                <a:lnTo>
                  <a:pt x="0" y="0"/>
                </a:lnTo>
                <a:cubicBezTo>
                  <a:pt x="1690" y="6213"/>
                  <a:pt x="3698" y="13338"/>
                  <a:pt x="6091" y="21902"/>
                </a:cubicBezTo>
                <a:lnTo>
                  <a:pt x="6091" y="21902"/>
                </a:lnTo>
                <a:cubicBezTo>
                  <a:pt x="12043" y="43199"/>
                  <a:pt x="17573" y="35347"/>
                  <a:pt x="23417" y="30579"/>
                </a:cubicBezTo>
                <a:lnTo>
                  <a:pt x="23417" y="30579"/>
                </a:lnTo>
                <a:cubicBezTo>
                  <a:pt x="29984" y="25223"/>
                  <a:pt x="42123" y="14119"/>
                  <a:pt x="42860" y="5640"/>
                </a:cubicBezTo>
                <a:lnTo>
                  <a:pt x="42860" y="5640"/>
                </a:lnTo>
                <a:cubicBezTo>
                  <a:pt x="42960" y="4507"/>
                  <a:pt x="43072" y="2479"/>
                  <a:pt x="43200" y="0"/>
                </a:cubicBezTo>
                <a:lnTo>
                  <a:pt x="0" y="0"/>
                </a:ln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905303359" name="Shape 1060"/>
          <p:cNvSpPr>
            <a:spLocks noChangeArrowheads="1" noGrp="1"/>
          </p:cNvSpPr>
          <p:nvPr userDrawn="1"/>
        </p:nvSpPr>
        <p:spPr bwMode="auto">
          <a:xfrm>
            <a:off x="-24679" y="1"/>
            <a:ext cx="1399539" cy="1797558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1743" y="2484"/>
                </a:moveTo>
                <a:lnTo>
                  <a:pt x="31743" y="2484"/>
                </a:lnTo>
                <a:cubicBezTo>
                  <a:pt x="30428" y="1799"/>
                  <a:pt x="28450" y="1080"/>
                  <a:pt x="26054" y="0"/>
                </a:cubicBezTo>
                <a:lnTo>
                  <a:pt x="0" y="0"/>
                </a:lnTo>
                <a:lnTo>
                  <a:pt x="0" y="34200"/>
                </a:lnTo>
                <a:lnTo>
                  <a:pt x="0" y="34200"/>
                </a:lnTo>
                <a:cubicBezTo>
                  <a:pt x="7029" y="37461"/>
                  <a:pt x="14504" y="41491"/>
                  <a:pt x="25070" y="40664"/>
                </a:cubicBezTo>
                <a:lnTo>
                  <a:pt x="25070" y="40664"/>
                </a:lnTo>
                <a:cubicBezTo>
                  <a:pt x="33399" y="40015"/>
                  <a:pt x="43200" y="43200"/>
                  <a:pt x="39593" y="28375"/>
                </a:cubicBezTo>
                <a:lnTo>
                  <a:pt x="39593" y="28375"/>
                </a:lnTo>
                <a:cubicBezTo>
                  <a:pt x="35986" y="13550"/>
                  <a:pt x="38530" y="6023"/>
                  <a:pt x="31743" y="2484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0487203" name="Shape 1061"/>
          <p:cNvSpPr>
            <a:spLocks noChangeArrowheads="1" noGrp="1"/>
          </p:cNvSpPr>
          <p:nvPr userDrawn="1"/>
        </p:nvSpPr>
        <p:spPr bwMode="auto">
          <a:xfrm>
            <a:off x="1637456" y="1"/>
            <a:ext cx="3839633" cy="2609650"/>
          </a:xfrm>
          <a:custGeom>
            <a:avLst/>
            <a:gdLst/>
            <a:ahLst/>
            <a:cxnLst/>
            <a:rect l="l" t="t" r="r" b="b"/>
            <a:pathLst>
              <a:path w="43200" h="43200" fill="norm" stroke="0" extrusionOk="0">
                <a:moveTo>
                  <a:pt x="32864" y="0"/>
                </a:moveTo>
                <a:lnTo>
                  <a:pt x="10583" y="0"/>
                </a:lnTo>
                <a:lnTo>
                  <a:pt x="10583" y="0"/>
                </a:lnTo>
                <a:cubicBezTo>
                  <a:pt x="9017" y="532"/>
                  <a:pt x="7515" y="1058"/>
                  <a:pt x="6214" y="1509"/>
                </a:cubicBezTo>
                <a:lnTo>
                  <a:pt x="6214" y="1509"/>
                </a:lnTo>
                <a:cubicBezTo>
                  <a:pt x="1428" y="3166"/>
                  <a:pt x="0" y="6109"/>
                  <a:pt x="212" y="8072"/>
                </a:cubicBezTo>
                <a:lnTo>
                  <a:pt x="212" y="8072"/>
                </a:lnTo>
                <a:cubicBezTo>
                  <a:pt x="758" y="13092"/>
                  <a:pt x="1111" y="20742"/>
                  <a:pt x="1212" y="25114"/>
                </a:cubicBezTo>
                <a:lnTo>
                  <a:pt x="1212" y="25114"/>
                </a:lnTo>
                <a:cubicBezTo>
                  <a:pt x="1301" y="28962"/>
                  <a:pt x="4204" y="30446"/>
                  <a:pt x="6906" y="31937"/>
                </a:cubicBezTo>
                <a:lnTo>
                  <a:pt x="6906" y="31937"/>
                </a:lnTo>
                <a:cubicBezTo>
                  <a:pt x="9246" y="33229"/>
                  <a:pt x="19775" y="38395"/>
                  <a:pt x="22112" y="39685"/>
                </a:cubicBezTo>
                <a:lnTo>
                  <a:pt x="22112" y="39685"/>
                </a:lnTo>
                <a:cubicBezTo>
                  <a:pt x="22112" y="39685"/>
                  <a:pt x="27355" y="43200"/>
                  <a:pt x="30298" y="38395"/>
                </a:cubicBezTo>
                <a:lnTo>
                  <a:pt x="30298" y="38395"/>
                </a:lnTo>
                <a:cubicBezTo>
                  <a:pt x="33277" y="33533"/>
                  <a:pt x="36665" y="27667"/>
                  <a:pt x="39367" y="23576"/>
                </a:cubicBezTo>
                <a:lnTo>
                  <a:pt x="39367" y="23576"/>
                </a:lnTo>
                <a:cubicBezTo>
                  <a:pt x="41761" y="19953"/>
                  <a:pt x="43200" y="17587"/>
                  <a:pt x="40977" y="12816"/>
                </a:cubicBezTo>
                <a:lnTo>
                  <a:pt x="40977" y="12816"/>
                </a:lnTo>
                <a:cubicBezTo>
                  <a:pt x="39697" y="10062"/>
                  <a:pt x="35347" y="3936"/>
                  <a:pt x="32864" y="0"/>
                </a:cubicBezTo>
                <a:close/>
              </a:path>
            </a:pathLst>
          </a:custGeom>
          <a:solidFill>
            <a:schemeClr val="bg1">
              <a:lumMod val="85000"/>
            </a:schemeClr>
          </a:solidFill>
          <a:ln w="9524">
            <a:solidFill>
              <a:srgbClr val="000000"/>
            </a:solidFill>
            <a:round/>
            <a:headEnd/>
            <a:tailEnd/>
          </a:ln>
        </p:spPr>
      </p:sp>
      <p:sp>
        <p:nvSpPr>
          <p:cNvPr id="2057450558" name="Title 1"/>
          <p:cNvSpPr>
            <a:spLocks noGrp="1"/>
          </p:cNvSpPr>
          <p:nvPr>
            <p:ph type="title"/>
          </p:nvPr>
        </p:nvSpPr>
        <p:spPr bwMode="auto">
          <a:xfrm>
            <a:off x="609599" y="274638"/>
            <a:ext cx="109728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pPr>
              <a:defRPr/>
            </a:pPr>
            <a:r>
              <a:rPr/>
              <a:t>Click to edit Master title style</a:t>
            </a:r>
            <a:endParaRPr/>
          </a:p>
        </p:txBody>
      </p:sp>
      <p:sp>
        <p:nvSpPr>
          <p:cNvPr id="1925478825" name="Text Placeholder 2"/>
          <p:cNvSpPr>
            <a:spLocks noGrp="1"/>
          </p:cNvSpPr>
          <p:nvPr>
            <p:ph type="body" idx="1"/>
          </p:nvPr>
        </p:nvSpPr>
        <p:spPr bwMode="auto">
          <a:xfrm>
            <a:off x="609599" y="1600201"/>
            <a:ext cx="10972800" cy="4525962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>
              <a:defRPr/>
            </a:pPr>
            <a:r>
              <a:rPr/>
              <a:t>Click to edit Master text styles</a:t>
            </a:r>
            <a:endParaRPr/>
          </a:p>
          <a:p>
            <a:pPr lvl="1">
              <a:defRPr/>
            </a:pPr>
            <a:r>
              <a:rPr/>
              <a:t>Second level</a:t>
            </a:r>
            <a:endParaRPr/>
          </a:p>
          <a:p>
            <a:pPr lvl="2">
              <a:defRPr/>
            </a:pPr>
            <a:r>
              <a:rPr/>
              <a:t>Third level</a:t>
            </a:r>
            <a:endParaRPr/>
          </a:p>
          <a:p>
            <a:pPr lvl="3">
              <a:defRPr/>
            </a:pPr>
            <a:r>
              <a:rPr/>
              <a:t>Fourth level</a:t>
            </a:r>
            <a:endParaRPr/>
          </a:p>
          <a:p>
            <a:pPr lvl="4">
              <a:defRPr/>
            </a:pPr>
            <a:r>
              <a:rPr/>
              <a:t>Fifth level</a:t>
            </a:r>
            <a:endParaRPr/>
          </a:p>
        </p:txBody>
      </p:sp>
      <p:sp>
        <p:nvSpPr>
          <p:cNvPr id="2084087575" name="Date Placeholder 3"/>
          <p:cNvSpPr>
            <a:spLocks noGrp="1"/>
          </p:cNvSpPr>
          <p:nvPr>
            <p:ph type="dt" sz="half" idx="2"/>
          </p:nvPr>
        </p:nvSpPr>
        <p:spPr bwMode="auto">
          <a:xfrm>
            <a:off x="609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A69D51E0-3758-456B-809F-07B187805C7D}" type="datetimeFigureOut">
              <a:rPr/>
              <a:t>22.10.2013</a:t>
            </a:fld>
            <a:endParaRPr/>
          </a:p>
        </p:txBody>
      </p:sp>
      <p:sp>
        <p:nvSpPr>
          <p:cNvPr id="314876584" name="Footer Placeholder 4"/>
          <p:cNvSpPr>
            <a:spLocks noGrp="1"/>
          </p:cNvSpPr>
          <p:nvPr>
            <p:ph type="ftr" sz="quarter" idx="3"/>
          </p:nvPr>
        </p:nvSpPr>
        <p:spPr bwMode="auto">
          <a:xfrm>
            <a:off x="4165599" y="6356351"/>
            <a:ext cx="3860799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endParaRPr/>
          </a:p>
        </p:txBody>
      </p:sp>
      <p:sp>
        <p:nvSpPr>
          <p:cNvPr id="1376970590" name="Slide Number Placeholder 5"/>
          <p:cNvSpPr>
            <a:spLocks noGrp="1"/>
          </p:cNvSpPr>
          <p:nvPr>
            <p:ph type="sldNum" sz="quarter" idx="4"/>
          </p:nvPr>
        </p:nvSpPr>
        <p:spPr bwMode="auto">
          <a:xfrm>
            <a:off x="8737599" y="6356351"/>
            <a:ext cx="2844798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pPr>
              <a:defRPr/>
            </a:pPr>
            <a:fld id="{4D3B38E7-149F-4D77-9EEF-9309C2CB69A9}" type="slidenum">
              <a:rPr/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r" defTabSz="914400" rtl="0">
        <a:spcBef>
          <a:spcPts val="0"/>
        </a:spcBef>
        <a:buNone/>
        <a:defRPr sz="4400">
          <a:solidFill>
            <a:schemeClr val="tx1">
              <a:lumMod val="65000"/>
              <a:lumOff val="35000"/>
            </a:schemeClr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>
        <a:spcBef>
          <a:spcPts val="0"/>
        </a:spcBef>
        <a:buFont typeface="Arial"/>
        <a:buChar char="•"/>
        <a:defRPr sz="32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1pPr>
      <a:lvl2pPr marL="742950" indent="-285750" algn="l" defTabSz="914400" rtl="0">
        <a:spcBef>
          <a:spcPts val="0"/>
        </a:spcBef>
        <a:buFont typeface="Arial"/>
        <a:buChar char="–"/>
        <a:defRPr sz="28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2pPr>
      <a:lvl3pPr marL="1143000" indent="-228600" algn="l" defTabSz="914400" rtl="0">
        <a:spcBef>
          <a:spcPts val="0"/>
        </a:spcBef>
        <a:buFont typeface="Arial"/>
        <a:buChar char="•"/>
        <a:defRPr sz="24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3pPr>
      <a:lvl4pPr marL="1600200" indent="-228600" algn="l" defTabSz="914400" rtl="0">
        <a:spcBef>
          <a:spcPts val="0"/>
        </a:spcBef>
        <a:buFont typeface="Arial"/>
        <a:buChar char="–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4pPr>
      <a:lvl5pPr marL="2057400" indent="-228600" algn="l" defTabSz="914400" rtl="0">
        <a:spcBef>
          <a:spcPts val="0"/>
        </a:spcBef>
        <a:buFont typeface="Arial"/>
        <a:buChar char="»"/>
        <a:defRPr sz="2000">
          <a:solidFill>
            <a:schemeClr val="tx1">
              <a:lumMod val="75000"/>
              <a:lumOff val="25000"/>
            </a:schemeClr>
          </a:solidFill>
          <a:latin typeface="+mn-lt"/>
          <a:ea typeface="+mn-ea"/>
          <a:cs typeface="+mn-cs"/>
        </a:defRPr>
      </a:lvl5pPr>
      <a:lvl6pPr marL="2514599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>
        <a:spcBef>
          <a:spcPts val="0"/>
        </a:spcBef>
        <a:buFont typeface="Arial"/>
        <a:buChar char="•"/>
        <a:defRPr sz="20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/>
      </a:defPPr>
      <a:lvl1pPr marL="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>
        <a:defRPr sz="18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Relationship Id="rId4" Type="http://schemas.openxmlformats.org/officeDocument/2006/relationships/image" Target="../media/image3.jpg"/></Relationships>
</file>

<file path=ppt/slides/_rels/slide4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4.png"/><Relationship Id="rId4" Type="http://schemas.openxmlformats.org/officeDocument/2006/relationships/image" Target="../media/media1.svg"/></Relationships>
</file>

<file path=ppt/slides/_rels/slide5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5.png"/><Relationship Id="rId4" Type="http://schemas.openxmlformats.org/officeDocument/2006/relationships/image" Target="../media/media2.svg"/><Relationship Id="rId5" Type="http://schemas.openxmlformats.org/officeDocument/2006/relationships/image" Target="../media/image6.png"/><Relationship Id="rId6" Type="http://schemas.openxmlformats.org/officeDocument/2006/relationships/image" Target="../media/media3.svg"/><Relationship Id="rId7" Type="http://schemas.openxmlformats.org/officeDocument/2006/relationships/image" Target="../media/image7.png"/><Relationship Id="rId8" Type="http://schemas.openxmlformats.org/officeDocument/2006/relationships/image" Target="../media/media4.svg"/></Relationships>
</file>

<file path=ppt/slides/_rels/slide6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8.png"/><Relationship Id="rId4" Type="http://schemas.openxmlformats.org/officeDocument/2006/relationships/image" Target="../media/media5.svg"/><Relationship Id="rId5" Type="http://schemas.openxmlformats.org/officeDocument/2006/relationships/image" Target="../media/image9.png"/><Relationship Id="rId6" Type="http://schemas.openxmlformats.org/officeDocument/2006/relationships/image" Target="../media/media6.svg"/></Relationships>
</file>

<file path=ppt/slides/_rels/slide7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454069754" name="Title 1"/>
          <p:cNvSpPr>
            <a:spLocks noGrp="1"/>
          </p:cNvSpPr>
          <p:nvPr>
            <p:ph type="ctrTitle"/>
          </p:nvPr>
        </p:nvSpPr>
        <p:spPr bwMode="auto">
          <a:xfrm flipH="0" flipV="0">
            <a:off x="1745741" y="1917289"/>
            <a:ext cx="8788956" cy="2476857"/>
          </a:xfrm>
        </p:spPr>
        <p:txBody>
          <a:bodyPr vertOverflow="overflow" horzOverflow="overflow" vert="horz" wrap="square" lIns="91440" tIns="45720" rIns="91440" bIns="45720" numCol="1" spcCol="0" rtlCol="0" fromWordArt="0" anchor="b" anchorCtr="0" forceAA="0" upright="0" compatLnSpc="0">
            <a:normAutofit fontScale="90000" lnSpcReduction="2000"/>
          </a:bodyPr>
          <a:lstStyle/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Sistem pentru detecția și raportarea evenimentelor de</a:t>
            </a:r>
            <a:endParaRPr sz="16000">
              <a:latin typeface="Cantarell"/>
              <a:cs typeface="Cantarell"/>
            </a:endParaRPr>
          </a:p>
          <a:p>
            <a:pPr algn="ctr">
              <a:defRPr/>
            </a:pPr>
            <a:r>
              <a:rPr sz="48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securitate în rețele industriale de comunicații.</a:t>
            </a:r>
            <a:endParaRPr>
              <a:latin typeface="Cantarell"/>
              <a:cs typeface="Cantarell"/>
            </a:endParaRPr>
          </a:p>
        </p:txBody>
      </p:sp>
      <p:sp>
        <p:nvSpPr>
          <p:cNvPr id="365166917" name="Subtitle 2"/>
          <p:cNvSpPr>
            <a:spLocks noGrp="1"/>
          </p:cNvSpPr>
          <p:nvPr>
            <p:ph type="subTitle" idx="1"/>
          </p:nvPr>
        </p:nvSpPr>
        <p:spPr bwMode="auto">
          <a:xfrm>
            <a:off x="4637403" y="5572563"/>
            <a:ext cx="6720745" cy="720079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85000" lnSpcReduction="3000"/>
          </a:bodyPr>
          <a:lstStyle/>
          <a:p>
            <a:pPr>
              <a:defRPr/>
            </a:pPr>
            <a:r>
              <a:rPr lang="ro-RO" sz="2600">
                <a:solidFill>
                  <a:srgbClr val="808080"/>
                </a:solidFill>
                <a:latin typeface="Cantarell"/>
                <a:ea typeface="Cantarell"/>
                <a:cs typeface="Cantarell"/>
              </a:rPr>
              <a:t>Theodor </a:t>
            </a:r>
            <a:r>
              <a:rPr lang="ro-RO" sz="2600">
                <a:latin typeface="Cantarell"/>
                <a:ea typeface="Cantarell"/>
                <a:cs typeface="Cantarell"/>
              </a:rPr>
              <a:t>Predescu, grupa 342A1</a:t>
            </a:r>
            <a:endParaRPr lang="ro-RO" sz="2600">
              <a:latin typeface="Cantarell"/>
              <a:ea typeface="Cantarell"/>
              <a:cs typeface="Cantarell"/>
            </a:endParaRPr>
          </a:p>
          <a:p>
            <a:pPr>
              <a:defRPr/>
            </a:pPr>
            <a:r>
              <a:rPr lang="en-US" sz="2600">
                <a:solidFill>
                  <a:srgbClr val="808080"/>
                </a:solidFill>
                <a:latin typeface="Cantarell"/>
                <a:ea typeface="Cantarell"/>
                <a:cs typeface="Cantarell"/>
              </a:rPr>
              <a:t>coordonator</a:t>
            </a:r>
            <a:r>
              <a:rPr lang="en-US" sz="2600" b="0" i="0" u="none">
                <a:solidFill>
                  <a:srgbClr val="808080"/>
                </a:solidFill>
                <a:latin typeface="Cantarell"/>
                <a:ea typeface="Cantarell"/>
                <a:cs typeface="Cantarell"/>
              </a:rPr>
              <a:t> </a:t>
            </a:r>
            <a:r>
              <a:rPr sz="2600" b="0" i="0" u="none">
                <a:solidFill>
                  <a:srgbClr val="808080"/>
                </a:solidFill>
                <a:latin typeface="Cantarell"/>
                <a:ea typeface="Cantarell"/>
                <a:cs typeface="Cantarell"/>
              </a:rPr>
              <a:t>Conf. dr. Ing. Florin Daniel Anton</a:t>
            </a:r>
            <a:endParaRPr lang="ro-RO" sz="2600">
              <a:latin typeface="Cantarell"/>
              <a:cs typeface="Cantarell"/>
            </a:endParaRPr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881325607" name="Title 1"/>
          <p:cNvSpPr>
            <a:spLocks noGrp="1"/>
          </p:cNvSpPr>
          <p:nvPr>
            <p:ph type="title"/>
          </p:nvPr>
        </p:nvSpPr>
        <p:spPr bwMode="auto">
          <a:xfrm>
            <a:off x="609598" y="784686"/>
            <a:ext cx="10972800" cy="1143000"/>
          </a:xfrm>
        </p:spPr>
        <p:txBody>
          <a:bodyPr/>
          <a:lstStyle/>
          <a:p>
            <a:pPr algn="l">
              <a:defRPr/>
            </a:pPr>
            <a:r>
              <a:rPr>
                <a:latin typeface="Cantarell"/>
                <a:ea typeface="Cantarell"/>
                <a:cs typeface="Cantarell"/>
              </a:rPr>
              <a:t>Domeniul de lucru</a:t>
            </a:r>
            <a:endParaRPr>
              <a:latin typeface="Cantarell"/>
              <a:cs typeface="Cantarell"/>
            </a:endParaRPr>
          </a:p>
        </p:txBody>
      </p:sp>
      <p:sp>
        <p:nvSpPr>
          <p:cNvPr id="90835920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3435144"/>
            <a:ext cx="5486400" cy="927919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>
                <a:latin typeface="Cantarell"/>
                <a:ea typeface="Cantarell"/>
                <a:cs typeface="Cantarell"/>
              </a:rPr>
              <a:t>Mediul industrial</a:t>
            </a:r>
            <a:endParaRPr>
              <a:latin typeface="Cantarell"/>
              <a:cs typeface="Cantarell"/>
            </a:endParaRPr>
          </a:p>
        </p:txBody>
      </p:sp>
      <p:pic>
        <p:nvPicPr>
          <p:cNvPr id="932518508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7306106" y="3576667"/>
            <a:ext cx="4276292" cy="2445405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027134815" name="Title 1"/>
          <p:cNvSpPr>
            <a:spLocks noGrp="1"/>
          </p:cNvSpPr>
          <p:nvPr>
            <p:ph type="title"/>
          </p:nvPr>
        </p:nvSpPr>
        <p:spPr bwMode="auto">
          <a:xfrm>
            <a:off x="609598" y="835024"/>
            <a:ext cx="10972800" cy="1143000"/>
          </a:xfrm>
        </p:spPr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Problema adresat</a:t>
            </a:r>
            <a:r>
              <a:rPr lang="ro-RO">
                <a:latin typeface="Cantarell"/>
                <a:ea typeface="Cantarell"/>
                <a:cs typeface="Cantarell"/>
              </a:rPr>
              <a:t>ă</a:t>
            </a:r>
            <a:endParaRPr>
              <a:latin typeface="Cantarell"/>
              <a:cs typeface="Cantarell"/>
            </a:endParaRPr>
          </a:p>
        </p:txBody>
      </p:sp>
      <p:sp>
        <p:nvSpPr>
          <p:cNvPr id="973772922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3447434"/>
            <a:ext cx="5486400" cy="1149145"/>
          </a:xfrm>
        </p:spPr>
        <p:txBody>
          <a:bodyPr/>
          <a:lstStyle/>
          <a:p>
            <a:pPr marL="0" indent="0">
              <a:buFont typeface="Arial"/>
              <a:buNone/>
              <a:defRPr/>
            </a:pPr>
            <a:r>
              <a:rPr sz="3200" b="0" i="0" u="none">
                <a:solidFill>
                  <a:srgbClr val="000000"/>
                </a:solidFill>
                <a:latin typeface="Cantarell"/>
                <a:ea typeface="Cantarell"/>
                <a:cs typeface="Cantarell"/>
              </a:rPr>
              <a:t>Protecția dispozitivelor împotriva intruziunilor</a:t>
            </a:r>
            <a:endParaRPr>
              <a:latin typeface="Cantarell"/>
              <a:cs typeface="Cantarell"/>
            </a:endParaRPr>
          </a:p>
        </p:txBody>
      </p:sp>
      <p:pic>
        <p:nvPicPr>
          <p:cNvPr id="958801543" name=""/>
          <p:cNvPicPr>
            <a:picLocks noChangeAspect="1"/>
          </p:cNvPicPr>
          <p:nvPr/>
        </p:nvPicPr>
        <p:blipFill rotWithShape="1">
          <a:blip r:embed="rId3"/>
          <a:stretch/>
        </p:blipFill>
        <p:spPr bwMode="auto">
          <a:xfrm flipH="0" flipV="0">
            <a:off x="1963737" y="1501774"/>
            <a:ext cx="1055724" cy="1055724"/>
          </a:xfrm>
          <a:prstGeom prst="rect">
            <a:avLst/>
          </a:prstGeom>
        </p:spPr>
      </p:pic>
      <p:pic>
        <p:nvPicPr>
          <p:cNvPr id="125818981" name=""/>
          <p:cNvPicPr>
            <a:picLocks noChangeAspect="1"/>
          </p:cNvPicPr>
          <p:nvPr/>
        </p:nvPicPr>
        <p:blipFill rotWithShape="1">
          <a:blip r:embed="rId4"/>
          <a:stretch/>
        </p:blipFill>
        <p:spPr bwMode="auto">
          <a:xfrm flipH="0" flipV="0">
            <a:off x="8200710" y="3227994"/>
            <a:ext cx="3105778" cy="310577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891249792" name="Title 1"/>
          <p:cNvSpPr>
            <a:spLocks noGrp="1"/>
          </p:cNvSpPr>
          <p:nvPr>
            <p:ph type="title"/>
          </p:nvPr>
        </p:nvSpPr>
        <p:spPr bwMode="auto">
          <a:xfrm>
            <a:off x="609598" y="835024"/>
            <a:ext cx="10972800" cy="1143000"/>
          </a:xfrm>
        </p:spPr>
        <p:txBody>
          <a:bodyPr/>
          <a:lstStyle/>
          <a:p>
            <a:pPr>
              <a:defRPr/>
            </a:pPr>
            <a:r>
              <a:rPr>
                <a:latin typeface="Cantarell"/>
                <a:ea typeface="Cantarell"/>
                <a:cs typeface="Cantarell"/>
              </a:rPr>
              <a:t>Soluția propusă</a:t>
            </a:r>
            <a:endParaRPr>
              <a:latin typeface="Cantarell"/>
              <a:cs typeface="Cantarell"/>
            </a:endParaRPr>
          </a:p>
        </p:txBody>
      </p:sp>
      <p:sp>
        <p:nvSpPr>
          <p:cNvPr id="930637720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3342915"/>
            <a:ext cx="10972800" cy="1560871"/>
          </a:xfrm>
        </p:spPr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Aplicație de monitorizare și</a:t>
            </a:r>
            <a:r>
              <a:rPr lang="ro-RO">
                <a:latin typeface="Cantarell"/>
                <a:ea typeface="Cantarell"/>
                <a:cs typeface="Cantarell"/>
              </a:rPr>
              <a:t> gestionare</a:t>
            </a:r>
            <a:r>
              <a:rPr lang="ro-RO">
                <a:latin typeface="Cantarell"/>
                <a:ea typeface="Cantarell"/>
                <a:cs typeface="Cantarell"/>
              </a:rPr>
              <a:t> a conexiunilor </a:t>
            </a:r>
            <a:r>
              <a:rPr lang="ro-RO">
                <a:latin typeface="Cantarell"/>
                <a:ea typeface="Cantarell"/>
                <a:cs typeface="Cantarell"/>
              </a:rPr>
              <a:t>  </a:t>
            </a:r>
            <a:r>
              <a:rPr lang="ro-RO">
                <a:latin typeface="Cantarell"/>
                <a:ea typeface="Cantarell"/>
                <a:cs typeface="Cantarell"/>
              </a:rPr>
              <a:t>într</a:t>
            </a:r>
            <a:r>
              <a:rPr lang="ro-RO">
                <a:latin typeface="Cantarell"/>
                <a:ea typeface="Cantarell"/>
                <a:cs typeface="Cantarell"/>
              </a:rPr>
              <a:t>-</a:t>
            </a:r>
            <a:r>
              <a:rPr lang="ro-RO">
                <a:latin typeface="Cantarell"/>
                <a:ea typeface="Cantarell"/>
                <a:cs typeface="Cantarell"/>
              </a:rPr>
              <a:t>o rețea</a:t>
            </a:r>
            <a:endParaRPr lang="ro-RO">
              <a:latin typeface="Cantarell"/>
              <a:cs typeface="Cantarell"/>
            </a:endParaRPr>
          </a:p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Soluție bazată pe </a:t>
            </a:r>
            <a:r>
              <a:rPr lang="ro-RO">
                <a:latin typeface="Cantarell"/>
                <a:ea typeface="Cantarell"/>
                <a:cs typeface="Cantarell"/>
              </a:rPr>
              <a:t>reguli</a:t>
            </a:r>
            <a:endParaRPr lang="ro-RO">
              <a:latin typeface="Cantarell"/>
              <a:cs typeface="Cantarell"/>
            </a:endParaRPr>
          </a:p>
        </p:txBody>
      </p:sp>
      <p:pic>
        <p:nvPicPr>
          <p:cNvPr id="26576437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1836237" y="1374274"/>
            <a:ext cx="1397030" cy="1397030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570305120" name="Title 1"/>
          <p:cNvSpPr>
            <a:spLocks noGrp="1"/>
          </p:cNvSpPr>
          <p:nvPr>
            <p:ph type="title"/>
          </p:nvPr>
        </p:nvSpPr>
        <p:spPr bwMode="auto">
          <a:xfrm>
            <a:off x="609598" y="835024"/>
            <a:ext cx="10972800" cy="1143000"/>
          </a:xfrm>
        </p:spPr>
        <p:txBody>
          <a:bodyPr/>
          <a:lstStyle/>
          <a:p>
            <a:pPr>
              <a:defRPr/>
            </a:pPr>
            <a:r>
              <a:rPr lang="ro-RO">
                <a:latin typeface="Cantarell"/>
                <a:ea typeface="Cantarell"/>
                <a:cs typeface="Cantarell"/>
              </a:rPr>
              <a:t>Componente principale</a:t>
            </a:r>
            <a:endParaRPr>
              <a:latin typeface="Cantarell"/>
              <a:cs typeface="Cantarell"/>
            </a:endParaRPr>
          </a:p>
        </p:txBody>
      </p:sp>
      <p:sp>
        <p:nvSpPr>
          <p:cNvPr id="363601588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3213919"/>
            <a:ext cx="10972800" cy="2138516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/>
          </a:bodyPr>
          <a:lstStyle/>
          <a:p>
            <a:pPr marL="438080" indent="-438080">
              <a:buFont typeface="Arial"/>
              <a:buAutoNum type="arabicPeriod"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de filtrare la nivel kernel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438080" indent="-438080">
              <a:buFont typeface="Arial"/>
              <a:buAutoNum type="arabicPeriod"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de intermediere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438080" indent="-438080">
              <a:buFont typeface="Arial"/>
              <a:buAutoNum type="arabicPeriod"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centrală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  <a:p>
            <a:pPr marL="438080" indent="-438080">
              <a:buFont typeface="Arial"/>
              <a:buAutoNum type="arabicPeriod"/>
              <a:defRPr/>
            </a:pPr>
            <a:r>
              <a:rPr sz="3200" b="0" i="0" u="none">
                <a:solidFill>
                  <a:srgbClr val="404040"/>
                </a:solidFill>
                <a:latin typeface="Cantarell"/>
                <a:ea typeface="Cantarell"/>
                <a:cs typeface="Cantarell"/>
              </a:rPr>
              <a:t>de administrare</a:t>
            </a:r>
            <a:endParaRPr sz="3200">
              <a:solidFill>
                <a:srgbClr val="404040"/>
              </a:solidFill>
              <a:latin typeface="Cantarell"/>
              <a:cs typeface="Cantarell"/>
            </a:endParaRPr>
          </a:p>
        </p:txBody>
      </p:sp>
      <p:pic>
        <p:nvPicPr>
          <p:cNvPr id="1607747448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9046976" y="3392440"/>
            <a:ext cx="922500" cy="922500"/>
          </a:xfrm>
          <a:prstGeom prst="rect">
            <a:avLst/>
          </a:prstGeom>
        </p:spPr>
      </p:pic>
      <p:pic>
        <p:nvPicPr>
          <p:cNvPr id="1829034852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8041976" y="4267451"/>
            <a:ext cx="937499" cy="937499"/>
          </a:xfrm>
          <a:prstGeom prst="rect">
            <a:avLst/>
          </a:prstGeom>
        </p:spPr>
      </p:pic>
      <p:pic>
        <p:nvPicPr>
          <p:cNvPr id="2053697879" name=""/>
          <p:cNvPicPr>
            <a:picLocks noChangeAspect="1"/>
          </p:cNvPicPr>
          <p:nvPr/>
        </p:nvPicPr>
        <p:blipFill rotWithShape="1">
          <a:blip r:embed="rId7">
            <a:extLst>
              <a:ext uri="{96DAC541-7B7A-43D3-8B79-37D633B846F1}">
                <asvg:svgBlip xmlns:asvg="http://schemas.microsoft.com/office/drawing/2016/SVG/main" r:embed="rId8"/>
              </a:ext>
            </a:extLst>
          </a:blip>
          <a:stretch/>
        </p:blipFill>
        <p:spPr bwMode="auto">
          <a:xfrm flipH="0" flipV="0">
            <a:off x="9811976" y="4893292"/>
            <a:ext cx="932268" cy="932268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432793860" name="Title 1"/>
          <p:cNvSpPr>
            <a:spLocks noGrp="1"/>
          </p:cNvSpPr>
          <p:nvPr>
            <p:ph type="title"/>
          </p:nvPr>
        </p:nvSpPr>
        <p:spPr bwMode="auto">
          <a:xfrm>
            <a:off x="658760" y="846137"/>
            <a:ext cx="10972800" cy="1143000"/>
          </a:xfrm>
        </p:spPr>
        <p:txBody>
          <a:bodyPr/>
          <a:lstStyle/>
          <a:p>
            <a:pPr>
              <a:defRPr/>
            </a:pPr>
            <a:r>
              <a:rPr/>
              <a:t>Cum funcționează ?</a:t>
            </a:r>
            <a:endParaRPr/>
          </a:p>
        </p:txBody>
      </p:sp>
      <p:sp>
        <p:nvSpPr>
          <p:cNvPr id="490277999" name="Content Placeholder 2"/>
          <p:cNvSpPr>
            <a:spLocks noGrp="1"/>
          </p:cNvSpPr>
          <p:nvPr>
            <p:ph idx="1"/>
          </p:nvPr>
        </p:nvSpPr>
        <p:spPr bwMode="auto">
          <a:xfrm flipH="0" flipV="0">
            <a:off x="609598" y="3385932"/>
            <a:ext cx="10972800" cy="1517854"/>
          </a:xfrm>
        </p:spPr>
        <p:txBody>
          <a:bodyPr vertOverflow="overflow" horzOverflow="overflow" vert="horz" wrap="square" lIns="91440" tIns="45720" rIns="91440" bIns="45720" numCol="1" spcCol="0" rtlCol="0" fromWordArt="0" anchor="t" anchorCtr="0" forceAA="0" upright="0" compatLnSpc="0">
            <a:normAutofit fontScale="40000" lnSpcReduction="12000"/>
          </a:bodyPr>
          <a:lstStyle/>
          <a:p>
            <a:pPr>
              <a:defRPr/>
            </a:pPr>
            <a:r>
              <a:rPr sz="8000"/>
              <a:t>Aplicarea regulilor alese pe echipament</a:t>
            </a:r>
            <a:endParaRPr sz="8000"/>
          </a:p>
          <a:p>
            <a:pPr>
              <a:defRPr/>
            </a:pPr>
            <a:r>
              <a:rPr sz="8000">
                <a:solidFill>
                  <a:srgbClr val="404040"/>
                </a:solidFill>
              </a:rPr>
              <a:t>Extragerea </a:t>
            </a:r>
            <a:r>
              <a:rPr sz="8000"/>
              <a:t>și vizualizarea conexiunilor în mod grafic</a:t>
            </a:r>
            <a:endParaRPr sz="8000"/>
          </a:p>
          <a:p>
            <a:pPr>
              <a:defRPr/>
            </a:pPr>
            <a:r>
              <a:rPr sz="8000"/>
              <a:t>Modificarea acestora în timp real</a:t>
            </a:r>
            <a:endParaRPr sz="8000"/>
          </a:p>
        </p:txBody>
      </p:sp>
      <p:pic>
        <p:nvPicPr>
          <p:cNvPr id="1923451626" name=""/>
          <p:cNvPicPr>
            <a:picLocks noChangeAspect="1"/>
          </p:cNvPicPr>
          <p:nvPr/>
        </p:nvPicPr>
        <p:blipFill rotWithShape="1">
          <a:blip r:embed="rId3">
            <a:extLst>
              <a:ext uri="{96DAC541-7B7A-43D3-8B79-37D633B846F1}">
                <asvg:svgBlip xmlns:asvg="http://schemas.microsoft.com/office/drawing/2016/SVG/main" r:embed="rId4"/>
              </a:ext>
            </a:extLst>
          </a:blip>
          <a:stretch/>
        </p:blipFill>
        <p:spPr bwMode="auto">
          <a:xfrm flipH="0" flipV="0">
            <a:off x="9105374" y="5339999"/>
            <a:ext cx="787892" cy="787892"/>
          </a:xfrm>
          <a:prstGeom prst="rect">
            <a:avLst/>
          </a:prstGeom>
        </p:spPr>
      </p:pic>
      <p:pic>
        <p:nvPicPr>
          <p:cNvPr id="1776895746" name=""/>
          <p:cNvPicPr>
            <a:picLocks noChangeAspect="1"/>
          </p:cNvPicPr>
          <p:nvPr/>
        </p:nvPicPr>
        <p:blipFill rotWithShape="1">
          <a:blip r:embed="rId5">
            <a:extLst>
              <a:ext uri="{96DAC541-7B7A-43D3-8B79-37D633B846F1}">
                <asvg:svgBlip xmlns:asvg="http://schemas.microsoft.com/office/drawing/2016/SVG/main" r:embed="rId6"/>
              </a:ext>
            </a:extLst>
          </a:blip>
          <a:stretch/>
        </p:blipFill>
        <p:spPr bwMode="auto">
          <a:xfrm flipH="0" flipV="0">
            <a:off x="1945847" y="1866899"/>
            <a:ext cx="988279" cy="988279"/>
          </a:xfrm>
          <a:prstGeom prst="rect">
            <a:avLst/>
          </a:prstGeom>
        </p:spPr>
      </p:pic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633431238" name="Title 1"/>
          <p:cNvSpPr>
            <a:spLocks noGrp="1"/>
          </p:cNvSpPr>
          <p:nvPr>
            <p:ph type="title"/>
          </p:nvPr>
        </p:nvSpPr>
        <p:spPr bwMode="auto">
          <a:xfrm>
            <a:off x="609599" y="1978024"/>
            <a:ext cx="10972800" cy="1143000"/>
          </a:xfrm>
        </p:spPr>
        <p:txBody>
          <a:bodyPr/>
          <a:lstStyle/>
          <a:p>
            <a:pPr algn="ctr">
              <a:defRPr/>
            </a:pPr>
            <a:r>
              <a:rPr/>
              <a:t>DEMO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 xmlns:m="http://schemas.openxmlformats.org/officeDocument/2006/math" xmlns:w="http://schemas.openxmlformats.org/wordprocessingml/2006/main" xmlns:mc="http://schemas.openxmlformats.org/markup-compatibility/2006" showMasterPhAnim="0" showMasterSp="1" show="1">
  <p:cSld name="">
    <p:spTree>
      <p:nvGrpSpPr>
        <p:cNvPr id="1" name=""/>
        <p:cNvGrpSpPr/>
        <p:nvPr/>
      </p:nvGrpSpPr>
      <p:grpSpPr bwMode="auto">
        <a:xfrm>
          <a:off x="0" y="0"/>
          <a:ext cx="0" cy="0"/>
          <a:chOff x="0" y="0"/>
          <a:chExt cx="0" cy="0"/>
        </a:xfrm>
      </p:grpSpPr>
      <p:sp>
        <p:nvSpPr>
          <p:cNvPr id="1731847172" name="Title 1"/>
          <p:cNvSpPr>
            <a:spLocks noGrp="1"/>
          </p:cNvSpPr>
          <p:nvPr>
            <p:ph type="title"/>
          </p:nvPr>
        </p:nvSpPr>
        <p:spPr bwMode="auto">
          <a:xfrm>
            <a:off x="609598" y="1978024"/>
            <a:ext cx="10972800" cy="1143000"/>
          </a:xfrm>
        </p:spPr>
        <p:txBody>
          <a:bodyPr/>
          <a:lstStyle/>
          <a:p>
            <a:pPr algn="ctr">
              <a:defRPr/>
            </a:pPr>
            <a:r>
              <a:rPr/>
              <a:t>Vă mulțumesc!</a:t>
            </a:r>
            <a:endParaRPr/>
          </a:p>
        </p:txBody>
      </p:sp>
    </p:spTree>
  </p:cSld>
  <p:clrMapOvr>
    <a:masterClrMapping/>
  </p:clrMapOvr>
  <mc:AlternateContent xmlns:mc="http://schemas.openxmlformats.org/markup-compatibility/2006">
    <mc:Choice xmlns:p159="http://schemas.microsoft.com/office/powerpoint/2015/09/main" xmlns:p14="http://schemas.microsoft.com/office/powerpoint/2010/main" Requires="p159">
      <p:transition p14:dur="500" advClick="1"/>
    </mc:Choice>
    <mc:Fallback>
      <p:transition advClick="1"/>
    </mc:Fallback>
  </mc:AlternateContent>
</p:sld>
</file>

<file path=ppt/theme/_rels/theme1.xml.rels><?xml version="1.0" encoding="UTF-8" standalone="yes"?><Relationships xmlns="http://schemas.openxmlformats.org/package/2006/relationships"></Relationships>
</file>

<file path=ppt/theme/_rels/theme2.xml.rels><?xml version="1.0" encoding="UTF-8" standalone="yes"?><Relationships xmlns="http://schemas.openxmlformats.org/package/2006/relationships"></Relationships>
</file>

<file path=ppt/theme/theme1.xml><?xml version="1.0" encoding="utf-8"?>
<a:theme xmlns:a="http://schemas.openxmlformats.org/drawingml/2006/main" xmlns:r="http://schemas.openxmlformats.org/officeDocument/2006/relationships" xmlns:p="http://schemas.openxmlformats.org/presentationml/2006/main" name="Turtl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Classic 2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Standard">
      <a:fillStyleLst>
        <a:solidFill>
          <a:schemeClr val="phClr"/>
        </a:solidFill>
        <a:gradFill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/>
        </a:gradFill>
        <a:gradFill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/>
        </a:gradFill>
      </a:bgFillStyleLst>
    </a:fmtScheme>
  </a:themeElements>
  <a:objectDefaults/>
</a:theme>
</file>

<file path=ppt/theme/theme2.xml><?xml version="1.0" encoding="utf-8"?>
<a:theme xmlns:a="http://schemas.openxmlformats.org/drawingml/2006/main" xmlns:r="http://schemas.openxmlformats.org/officeDocument/2006/relationships" xmlns:p="http://schemas.openxmlformats.org/presentation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Arial">
      <a:majorFont>
        <a:latin typeface="Arial"/>
        <a:ea typeface="Arial"/>
        <a:cs typeface="Arial"/>
      </a:majorFont>
      <a:minorFont>
        <a:latin typeface="Arial"/>
        <a:ea typeface="Arial"/>
        <a:cs typeface="Arial"/>
      </a:minorFont>
    </a:fontScheme>
    <a:fmtScheme name="Office">
      <a:fillStyleLst>
        <a:solidFill>
          <a:schemeClr val="phClr"/>
        </a:solidFill>
        <a:gradFill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0</TotalTime>
  <Words>0</Words>
  <Application>ONLYOFFICE/9.3.1.8</Application>
  <PresentationFormat>On-screen Show (4:3)</PresentationFormat>
  <Paragraphs>0</Paragraphs>
  <Slides>8</Slides>
  <Notes>8</Notes>
  <HiddenSlides>0</HiddenSlides>
  <MMClips>2</MMClips>
  <ScaleCrop>0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9" baseType="lpstr">
      <vt:lpstr>Theme 1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LinksUpToDate>0</LinksUpToDate>
  <SharedDoc>0</SharedDoc>
  <HyperlinksChanged>0</HyperlinksChanged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10</cp:revision>
  <dcterms:modified xsi:type="dcterms:W3CDTF">2026-05-19T07:27:00Z</dcterms:modified>
</cp:coreProperties>
</file>